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6" r:id="rId6"/>
    <p:sldId id="261" r:id="rId7"/>
    <p:sldId id="262" r:id="rId8"/>
    <p:sldId id="263" r:id="rId9"/>
    <p:sldId id="264" r:id="rId10"/>
    <p:sldId id="265" r:id="rId11"/>
  </p:sldIdLst>
  <p:sldSz cx="18288000" cy="10287000"/>
  <p:notesSz cx="6858000" cy="9144000"/>
  <p:embeddedFontLst>
    <p:embeddedFont>
      <p:font typeface="Alexandria Bold" panose="020B0604020202020204" charset="-78"/>
      <p:regular r:id="rId12"/>
    </p:embeddedFont>
    <p:embeddedFont>
      <p:font typeface="Anek Bangla"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1" d="100"/>
          <a:sy n="61" d="100"/>
        </p:scale>
        <p:origin x="861" y="6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19.gif"/><Relationship Id="rId5" Type="http://schemas.openxmlformats.org/officeDocument/2006/relationships/image" Target="../media/image12.svg"/><Relationship Id="rId10" Type="http://schemas.openxmlformats.org/officeDocument/2006/relationships/image" Target="../media/image18.gif"/><Relationship Id="rId4" Type="http://schemas.openxmlformats.org/officeDocument/2006/relationships/image" Target="../media/image11.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21.svg"/><Relationship Id="rId5" Type="http://schemas.openxmlformats.org/officeDocument/2006/relationships/image" Target="../media/image4.svg"/><Relationship Id="rId10" Type="http://schemas.openxmlformats.org/officeDocument/2006/relationships/image" Target="../media/image20.pn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571500" y="190500"/>
            <a:ext cx="17145000" cy="6288388"/>
          </a:xfrm>
          <a:prstGeom prst="rect">
            <a:avLst/>
          </a:prstGeom>
        </p:spPr>
        <p:txBody>
          <a:bodyPr wrap="square" lIns="0" tIns="0" rIns="0" bIns="0" rtlCol="0" anchor="t">
            <a:spAutoFit/>
          </a:bodyPr>
          <a:lstStyle/>
          <a:p>
            <a:pPr algn="ctr">
              <a:lnSpc>
                <a:spcPts val="17426"/>
              </a:lnSpc>
            </a:pPr>
            <a:r>
              <a:rPr lang="en-US" sz="4800" b="1" dirty="0">
                <a:solidFill>
                  <a:srgbClr val="3D4043"/>
                </a:solidFill>
                <a:latin typeface="Alexandria Bold"/>
                <a:ea typeface="Alexandria Bold"/>
                <a:cs typeface="Alexandria Bold"/>
                <a:sym typeface="Alexandria Bold"/>
              </a:rPr>
              <a:t>Lethal Offensive Gear </a:t>
            </a:r>
          </a:p>
          <a:p>
            <a:pPr algn="ctr">
              <a:lnSpc>
                <a:spcPts val="17426"/>
              </a:lnSpc>
            </a:pPr>
            <a:r>
              <a:rPr lang="en-US" sz="4800" b="1" dirty="0">
                <a:solidFill>
                  <a:srgbClr val="3D4043"/>
                </a:solidFill>
                <a:latin typeface="Alexandria Bold"/>
                <a:ea typeface="Alexandria Bold"/>
                <a:cs typeface="Alexandria Bold"/>
                <a:sym typeface="Alexandria Bold"/>
              </a:rPr>
              <a:t>[L.O.G]</a:t>
            </a:r>
          </a:p>
          <a:p>
            <a:pPr algn="ctr">
              <a:lnSpc>
                <a:spcPts val="17426"/>
              </a:lnSpc>
            </a:pPr>
            <a:r>
              <a:rPr lang="en-US" sz="4800" b="1" dirty="0">
                <a:solidFill>
                  <a:srgbClr val="3D4043"/>
                </a:solidFill>
                <a:latin typeface="Alexandria Bold"/>
                <a:ea typeface="Alexandria Bold"/>
                <a:cs typeface="Alexandria Bold"/>
                <a:sym typeface="Alexandria Bold"/>
              </a:rPr>
              <a:t>By: Antonio Anzora Jr and Vartan </a:t>
            </a:r>
            <a:r>
              <a:rPr lang="en-US" sz="4800" b="1" dirty="0" err="1">
                <a:solidFill>
                  <a:srgbClr val="3D4043"/>
                </a:solidFill>
                <a:latin typeface="Alexandria Bold"/>
                <a:ea typeface="Alexandria Bold"/>
                <a:cs typeface="Alexandria Bold"/>
                <a:sym typeface="Alexandria Bold"/>
              </a:rPr>
              <a:t>Chakryan</a:t>
            </a:r>
            <a:endParaRPr lang="en-US" sz="4800" b="1" dirty="0">
              <a:solidFill>
                <a:srgbClr val="3D4043"/>
              </a:solidFill>
              <a:latin typeface="Alexandria Bold"/>
              <a:ea typeface="Alexandria Bold"/>
              <a:cs typeface="Alexandria Bold"/>
              <a:sym typeface="Alexandria Bold"/>
            </a:endParaRPr>
          </a:p>
        </p:txBody>
      </p:sp>
      <p:sp>
        <p:nvSpPr>
          <p:cNvPr id="3" name="Freeform 3"/>
          <p:cNvSpPr/>
          <p:nvPr/>
        </p:nvSpPr>
        <p:spPr>
          <a:xfrm>
            <a:off x="13332987" y="6172200"/>
            <a:ext cx="5859394" cy="4114800"/>
          </a:xfrm>
          <a:custGeom>
            <a:avLst/>
            <a:gdLst/>
            <a:ahLst/>
            <a:cxnLst/>
            <a:rect l="l" t="t" r="r" b="b"/>
            <a:pathLst>
              <a:path w="5859394" h="4114800">
                <a:moveTo>
                  <a:pt x="0" y="0"/>
                </a:moveTo>
                <a:lnTo>
                  <a:pt x="5859394" y="0"/>
                </a:lnTo>
                <a:lnTo>
                  <a:pt x="585939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25465" y="-776827"/>
            <a:ext cx="5383685" cy="5747084"/>
          </a:xfrm>
          <a:custGeom>
            <a:avLst/>
            <a:gdLst/>
            <a:ahLst/>
            <a:cxnLst/>
            <a:rect l="l" t="t" r="r" b="b"/>
            <a:pathLst>
              <a:path w="5383685" h="5747084">
                <a:moveTo>
                  <a:pt x="0" y="0"/>
                </a:moveTo>
                <a:lnTo>
                  <a:pt x="5383686" y="0"/>
                </a:lnTo>
                <a:lnTo>
                  <a:pt x="5383686" y="5747084"/>
                </a:lnTo>
                <a:lnTo>
                  <a:pt x="0" y="57470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375611" y="6594219"/>
            <a:ext cx="6586988" cy="6586988"/>
          </a:xfrm>
          <a:custGeom>
            <a:avLst/>
            <a:gdLst/>
            <a:ahLst/>
            <a:cxnLst/>
            <a:rect l="l" t="t" r="r" b="b"/>
            <a:pathLst>
              <a:path w="6586988" h="6586988">
                <a:moveTo>
                  <a:pt x="0" y="0"/>
                </a:moveTo>
                <a:lnTo>
                  <a:pt x="6586989" y="0"/>
                </a:lnTo>
                <a:lnTo>
                  <a:pt x="6586989" y="6586989"/>
                </a:lnTo>
                <a:lnTo>
                  <a:pt x="0" y="65869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385758" y="-1318248"/>
            <a:ext cx="5747084" cy="5747084"/>
          </a:xfrm>
          <a:custGeom>
            <a:avLst/>
            <a:gdLst/>
            <a:ahLst/>
            <a:cxnLst/>
            <a:rect l="l" t="t" r="r" b="b"/>
            <a:pathLst>
              <a:path w="5747084" h="5747084">
                <a:moveTo>
                  <a:pt x="0" y="0"/>
                </a:moveTo>
                <a:lnTo>
                  <a:pt x="5747084" y="0"/>
                </a:lnTo>
                <a:lnTo>
                  <a:pt x="5747084" y="5747084"/>
                </a:lnTo>
                <a:lnTo>
                  <a:pt x="0" y="57470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5871030" y="1185084"/>
            <a:ext cx="6545941" cy="885799"/>
          </a:xfrm>
          <a:prstGeom prst="rect">
            <a:avLst/>
          </a:prstGeom>
        </p:spPr>
        <p:txBody>
          <a:bodyPr lIns="0" tIns="0" rIns="0" bIns="0" rtlCol="0" anchor="t">
            <a:spAutoFit/>
          </a:bodyPr>
          <a:lstStyle/>
          <a:p>
            <a:pPr algn="ctr">
              <a:lnSpc>
                <a:spcPts val="6641"/>
              </a:lnSpc>
            </a:pPr>
            <a:r>
              <a:rPr lang="en-US" sz="6846" b="1" dirty="0">
                <a:solidFill>
                  <a:srgbClr val="3D4043"/>
                </a:solidFill>
                <a:latin typeface="Alexandria Bold"/>
                <a:ea typeface="Alexandria Bold"/>
                <a:cs typeface="Alexandria Bold"/>
                <a:sym typeface="Alexandria Bold"/>
              </a:rPr>
              <a:t>Introduction</a:t>
            </a:r>
          </a:p>
        </p:txBody>
      </p:sp>
      <p:sp>
        <p:nvSpPr>
          <p:cNvPr id="3" name="Freeform 3"/>
          <p:cNvSpPr/>
          <p:nvPr/>
        </p:nvSpPr>
        <p:spPr>
          <a:xfrm>
            <a:off x="-785432" y="6586037"/>
            <a:ext cx="5454566" cy="4435642"/>
          </a:xfrm>
          <a:custGeom>
            <a:avLst/>
            <a:gdLst/>
            <a:ahLst/>
            <a:cxnLst/>
            <a:rect l="l" t="t" r="r" b="b"/>
            <a:pathLst>
              <a:path w="5454566" h="4435642">
                <a:moveTo>
                  <a:pt x="0" y="0"/>
                </a:moveTo>
                <a:lnTo>
                  <a:pt x="5454566" y="0"/>
                </a:lnTo>
                <a:lnTo>
                  <a:pt x="5454566" y="4435642"/>
                </a:lnTo>
                <a:lnTo>
                  <a:pt x="0" y="44356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544805" y="-296377"/>
            <a:ext cx="3871963" cy="6882414"/>
          </a:xfrm>
          <a:custGeom>
            <a:avLst/>
            <a:gdLst/>
            <a:ahLst/>
            <a:cxnLst/>
            <a:rect l="l" t="t" r="r" b="b"/>
            <a:pathLst>
              <a:path w="3871963" h="6882414">
                <a:moveTo>
                  <a:pt x="0" y="0"/>
                </a:moveTo>
                <a:lnTo>
                  <a:pt x="3871963" y="0"/>
                </a:lnTo>
                <a:lnTo>
                  <a:pt x="3871963" y="6882414"/>
                </a:lnTo>
                <a:lnTo>
                  <a:pt x="0" y="68824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210212" y="-71021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a:off x="1874532" y="2410683"/>
            <a:ext cx="4433893" cy="6393175"/>
            <a:chOff x="0" y="0"/>
            <a:chExt cx="1167774" cy="1683799"/>
          </a:xfrm>
        </p:grpSpPr>
        <p:sp>
          <p:nvSpPr>
            <p:cNvPr id="7" name="Freeform 7"/>
            <p:cNvSpPr/>
            <p:nvPr/>
          </p:nvSpPr>
          <p:spPr>
            <a:xfrm>
              <a:off x="0" y="0"/>
              <a:ext cx="1167774" cy="1683799"/>
            </a:xfrm>
            <a:custGeom>
              <a:avLst/>
              <a:gdLst/>
              <a:ahLst/>
              <a:cxnLst/>
              <a:rect l="l" t="t" r="r" b="b"/>
              <a:pathLst>
                <a:path w="1167774" h="1683799">
                  <a:moveTo>
                    <a:pt x="88395" y="0"/>
                  </a:moveTo>
                  <a:lnTo>
                    <a:pt x="1079379" y="0"/>
                  </a:lnTo>
                  <a:cubicBezTo>
                    <a:pt x="1102823" y="0"/>
                    <a:pt x="1125307" y="9313"/>
                    <a:pt x="1141884" y="25890"/>
                  </a:cubicBezTo>
                  <a:cubicBezTo>
                    <a:pt x="1158461" y="42468"/>
                    <a:pt x="1167774" y="64951"/>
                    <a:pt x="1167774" y="88395"/>
                  </a:cubicBezTo>
                  <a:lnTo>
                    <a:pt x="1167774" y="1595404"/>
                  </a:lnTo>
                  <a:cubicBezTo>
                    <a:pt x="1167774" y="1644223"/>
                    <a:pt x="1128198" y="1683799"/>
                    <a:pt x="1079379" y="1683799"/>
                  </a:cubicBezTo>
                  <a:lnTo>
                    <a:pt x="88395" y="1683799"/>
                  </a:lnTo>
                  <a:cubicBezTo>
                    <a:pt x="64951" y="1683799"/>
                    <a:pt x="42468" y="1674486"/>
                    <a:pt x="25890" y="1657909"/>
                  </a:cubicBezTo>
                  <a:cubicBezTo>
                    <a:pt x="9313" y="1641332"/>
                    <a:pt x="0" y="1618848"/>
                    <a:pt x="0" y="1595404"/>
                  </a:cubicBezTo>
                  <a:lnTo>
                    <a:pt x="0" y="88395"/>
                  </a:lnTo>
                  <a:cubicBezTo>
                    <a:pt x="0" y="64951"/>
                    <a:pt x="9313" y="42468"/>
                    <a:pt x="25890" y="25890"/>
                  </a:cubicBezTo>
                  <a:cubicBezTo>
                    <a:pt x="42468" y="9313"/>
                    <a:pt x="64951" y="0"/>
                    <a:pt x="88395" y="0"/>
                  </a:cubicBezTo>
                  <a:close/>
                </a:path>
              </a:pathLst>
            </a:custGeom>
            <a:solidFill>
              <a:srgbClr val="3D4043"/>
            </a:solidFill>
            <a:ln cap="rnd">
              <a:noFill/>
              <a:prstDash val="solid"/>
              <a:round/>
            </a:ln>
          </p:spPr>
        </p:sp>
        <p:sp>
          <p:nvSpPr>
            <p:cNvPr id="8" name="TextBox 8"/>
            <p:cNvSpPr txBox="1"/>
            <p:nvPr/>
          </p:nvSpPr>
          <p:spPr>
            <a:xfrm>
              <a:off x="0" y="-38100"/>
              <a:ext cx="1167774" cy="1721899"/>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2220358" y="2746967"/>
            <a:ext cx="3756594" cy="1192634"/>
          </a:xfrm>
          <a:prstGeom prst="rect">
            <a:avLst/>
          </a:prstGeom>
        </p:spPr>
        <p:txBody>
          <a:bodyPr lIns="0" tIns="0" rIns="0" bIns="0" rtlCol="0" anchor="t">
            <a:spAutoFit/>
          </a:bodyPr>
          <a:lstStyle/>
          <a:p>
            <a:pPr algn="l">
              <a:lnSpc>
                <a:spcPts val="3077"/>
              </a:lnSpc>
            </a:pPr>
            <a:r>
              <a:rPr lang="en-US" sz="2198" spc="24" dirty="0">
                <a:solidFill>
                  <a:srgbClr val="FEF6F3"/>
                </a:solidFill>
                <a:latin typeface="Anek Bangla"/>
                <a:ea typeface="Anek Bangla"/>
                <a:cs typeface="Anek Bangla"/>
                <a:sym typeface="Anek Bangla"/>
              </a:rPr>
              <a:t>The purpose of this project was to have a similar style of a </a:t>
            </a:r>
            <a:r>
              <a:rPr lang="en-US" sz="2198" spc="24" dirty="0" err="1">
                <a:solidFill>
                  <a:srgbClr val="FEF6F3"/>
                </a:solidFill>
                <a:latin typeface="Anek Bangla"/>
                <a:ea typeface="Anek Bangla"/>
                <a:cs typeface="Anek Bangla"/>
                <a:sym typeface="Anek Bangla"/>
              </a:rPr>
              <a:t>battlebot</a:t>
            </a:r>
            <a:r>
              <a:rPr lang="en-US" sz="2198" spc="24" dirty="0">
                <a:solidFill>
                  <a:srgbClr val="FEF6F3"/>
                </a:solidFill>
                <a:latin typeface="Anek Bangla"/>
                <a:ea typeface="Anek Bangla"/>
                <a:cs typeface="Anek Bangla"/>
                <a:sym typeface="Anek Bangla"/>
              </a:rPr>
              <a:t>. The robot has </a:t>
            </a:r>
          </a:p>
        </p:txBody>
      </p:sp>
      <p:sp>
        <p:nvSpPr>
          <p:cNvPr id="10" name="Freeform 10"/>
          <p:cNvSpPr/>
          <p:nvPr/>
        </p:nvSpPr>
        <p:spPr>
          <a:xfrm>
            <a:off x="14513295" y="789206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1" name="Group 11"/>
          <p:cNvGrpSpPr/>
          <p:nvPr/>
        </p:nvGrpSpPr>
        <p:grpSpPr>
          <a:xfrm>
            <a:off x="7031819" y="2410683"/>
            <a:ext cx="9381649" cy="6393175"/>
            <a:chOff x="0" y="0"/>
            <a:chExt cx="2470887" cy="1683799"/>
          </a:xfrm>
        </p:grpSpPr>
        <p:sp>
          <p:nvSpPr>
            <p:cNvPr id="12" name="Freeform 12"/>
            <p:cNvSpPr/>
            <p:nvPr/>
          </p:nvSpPr>
          <p:spPr>
            <a:xfrm>
              <a:off x="0" y="0"/>
              <a:ext cx="2470887" cy="1683799"/>
            </a:xfrm>
            <a:custGeom>
              <a:avLst/>
              <a:gdLst/>
              <a:ahLst/>
              <a:cxnLst/>
              <a:rect l="l" t="t" r="r" b="b"/>
              <a:pathLst>
                <a:path w="2470887" h="1683799">
                  <a:moveTo>
                    <a:pt x="41777" y="0"/>
                  </a:moveTo>
                  <a:lnTo>
                    <a:pt x="2429110" y="0"/>
                  </a:lnTo>
                  <a:cubicBezTo>
                    <a:pt x="2452183" y="0"/>
                    <a:pt x="2470887" y="18704"/>
                    <a:pt x="2470887" y="41777"/>
                  </a:cubicBezTo>
                  <a:lnTo>
                    <a:pt x="2470887" y="1642022"/>
                  </a:lnTo>
                  <a:cubicBezTo>
                    <a:pt x="2470887" y="1665095"/>
                    <a:pt x="2452183" y="1683799"/>
                    <a:pt x="2429110" y="1683799"/>
                  </a:cubicBezTo>
                  <a:lnTo>
                    <a:pt x="41777" y="1683799"/>
                  </a:lnTo>
                  <a:cubicBezTo>
                    <a:pt x="18704" y="1683799"/>
                    <a:pt x="0" y="1665095"/>
                    <a:pt x="0" y="1642022"/>
                  </a:cubicBezTo>
                  <a:lnTo>
                    <a:pt x="0" y="41777"/>
                  </a:lnTo>
                  <a:cubicBezTo>
                    <a:pt x="0" y="18704"/>
                    <a:pt x="18704" y="0"/>
                    <a:pt x="41777" y="0"/>
                  </a:cubicBezTo>
                  <a:close/>
                </a:path>
              </a:pathLst>
            </a:custGeom>
            <a:solidFill>
              <a:srgbClr val="3D4043"/>
            </a:solidFill>
            <a:ln cap="rnd">
              <a:noFill/>
              <a:prstDash val="solid"/>
              <a:round/>
            </a:ln>
          </p:spPr>
        </p:sp>
        <p:sp>
          <p:nvSpPr>
            <p:cNvPr id="13" name="TextBox 13"/>
            <p:cNvSpPr txBox="1"/>
            <p:nvPr/>
          </p:nvSpPr>
          <p:spPr>
            <a:xfrm>
              <a:off x="0" y="-38100"/>
              <a:ext cx="2470887" cy="1721899"/>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7466775" y="2970146"/>
            <a:ext cx="8511737" cy="397545"/>
          </a:xfrm>
          <a:prstGeom prst="rect">
            <a:avLst/>
          </a:prstGeom>
        </p:spPr>
        <p:txBody>
          <a:bodyPr lIns="0" tIns="0" rIns="0" bIns="0" rtlCol="0" anchor="t">
            <a:spAutoFit/>
          </a:bodyPr>
          <a:lstStyle/>
          <a:p>
            <a:pPr algn="l">
              <a:lnSpc>
                <a:spcPts val="3077"/>
              </a:lnSpc>
            </a:pPr>
            <a:r>
              <a:rPr lang="en-US" sz="2198" spc="24" dirty="0">
                <a:solidFill>
                  <a:srgbClr val="FEF6F3"/>
                </a:solidFill>
                <a:latin typeface="Anek Bangla"/>
                <a:ea typeface="Anek Bangla"/>
                <a:cs typeface="Anek Bangla"/>
                <a:sym typeface="Anek Bangla"/>
              </a:rPr>
              <a:t>TYPE SOMETHING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3885241" y="1185084"/>
            <a:ext cx="10517519" cy="851708"/>
          </a:xfrm>
          <a:prstGeom prst="rect">
            <a:avLst/>
          </a:prstGeom>
        </p:spPr>
        <p:txBody>
          <a:bodyPr lIns="0" tIns="0" rIns="0" bIns="0" rtlCol="0" anchor="t">
            <a:spAutoFit/>
          </a:bodyPr>
          <a:lstStyle/>
          <a:p>
            <a:pPr algn="ctr">
              <a:lnSpc>
                <a:spcPts val="6641"/>
              </a:lnSpc>
            </a:pPr>
            <a:r>
              <a:rPr lang="en-US" sz="6846" b="1" dirty="0">
                <a:solidFill>
                  <a:srgbClr val="3D4043"/>
                </a:solidFill>
                <a:latin typeface="Alexandria Bold"/>
                <a:ea typeface="Alexandria Bold"/>
                <a:cs typeface="Alexandria Bold"/>
                <a:sym typeface="Alexandria Bold"/>
              </a:rPr>
              <a:t>Tools</a:t>
            </a:r>
          </a:p>
        </p:txBody>
      </p:sp>
      <p:sp>
        <p:nvSpPr>
          <p:cNvPr id="3" name="Freeform 3"/>
          <p:cNvSpPr/>
          <p:nvPr/>
        </p:nvSpPr>
        <p:spPr>
          <a:xfrm>
            <a:off x="-785432" y="6586037"/>
            <a:ext cx="5454566" cy="4435642"/>
          </a:xfrm>
          <a:custGeom>
            <a:avLst/>
            <a:gdLst/>
            <a:ahLst/>
            <a:cxnLst/>
            <a:rect l="l" t="t" r="r" b="b"/>
            <a:pathLst>
              <a:path w="5454566" h="4435642">
                <a:moveTo>
                  <a:pt x="0" y="0"/>
                </a:moveTo>
                <a:lnTo>
                  <a:pt x="5454566" y="0"/>
                </a:lnTo>
                <a:lnTo>
                  <a:pt x="5454566" y="4435642"/>
                </a:lnTo>
                <a:lnTo>
                  <a:pt x="0" y="44356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544805" y="-296377"/>
            <a:ext cx="3871963" cy="6882414"/>
          </a:xfrm>
          <a:custGeom>
            <a:avLst/>
            <a:gdLst/>
            <a:ahLst/>
            <a:cxnLst/>
            <a:rect l="l" t="t" r="r" b="b"/>
            <a:pathLst>
              <a:path w="3871963" h="6882414">
                <a:moveTo>
                  <a:pt x="0" y="0"/>
                </a:moveTo>
                <a:lnTo>
                  <a:pt x="3871963" y="0"/>
                </a:lnTo>
                <a:lnTo>
                  <a:pt x="3871963" y="6882414"/>
                </a:lnTo>
                <a:lnTo>
                  <a:pt x="0" y="68824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210212" y="-71021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a:off x="2868492" y="2414401"/>
            <a:ext cx="12551016" cy="7076217"/>
            <a:chOff x="0" y="0"/>
            <a:chExt cx="1167774" cy="1683799"/>
          </a:xfrm>
        </p:grpSpPr>
        <p:sp>
          <p:nvSpPr>
            <p:cNvPr id="7" name="Freeform 7"/>
            <p:cNvSpPr/>
            <p:nvPr/>
          </p:nvSpPr>
          <p:spPr>
            <a:xfrm>
              <a:off x="0" y="0"/>
              <a:ext cx="1167774" cy="1683799"/>
            </a:xfrm>
            <a:custGeom>
              <a:avLst/>
              <a:gdLst/>
              <a:ahLst/>
              <a:cxnLst/>
              <a:rect l="l" t="t" r="r" b="b"/>
              <a:pathLst>
                <a:path w="1167774" h="1683799">
                  <a:moveTo>
                    <a:pt x="88395" y="0"/>
                  </a:moveTo>
                  <a:lnTo>
                    <a:pt x="1079379" y="0"/>
                  </a:lnTo>
                  <a:cubicBezTo>
                    <a:pt x="1102823" y="0"/>
                    <a:pt x="1125307" y="9313"/>
                    <a:pt x="1141884" y="25890"/>
                  </a:cubicBezTo>
                  <a:cubicBezTo>
                    <a:pt x="1158461" y="42468"/>
                    <a:pt x="1167774" y="64951"/>
                    <a:pt x="1167774" y="88395"/>
                  </a:cubicBezTo>
                  <a:lnTo>
                    <a:pt x="1167774" y="1595404"/>
                  </a:lnTo>
                  <a:cubicBezTo>
                    <a:pt x="1167774" y="1644223"/>
                    <a:pt x="1128198" y="1683799"/>
                    <a:pt x="1079379" y="1683799"/>
                  </a:cubicBezTo>
                  <a:lnTo>
                    <a:pt x="88395" y="1683799"/>
                  </a:lnTo>
                  <a:cubicBezTo>
                    <a:pt x="64951" y="1683799"/>
                    <a:pt x="42468" y="1674486"/>
                    <a:pt x="25890" y="1657909"/>
                  </a:cubicBezTo>
                  <a:cubicBezTo>
                    <a:pt x="9313" y="1641332"/>
                    <a:pt x="0" y="1618848"/>
                    <a:pt x="0" y="1595404"/>
                  </a:cubicBezTo>
                  <a:lnTo>
                    <a:pt x="0" y="88395"/>
                  </a:lnTo>
                  <a:cubicBezTo>
                    <a:pt x="0" y="64951"/>
                    <a:pt x="9313" y="42468"/>
                    <a:pt x="25890" y="25890"/>
                  </a:cubicBezTo>
                  <a:cubicBezTo>
                    <a:pt x="42468" y="9313"/>
                    <a:pt x="64951" y="0"/>
                    <a:pt x="88395" y="0"/>
                  </a:cubicBezTo>
                  <a:close/>
                </a:path>
              </a:pathLst>
            </a:custGeom>
            <a:solidFill>
              <a:srgbClr val="3D4043"/>
            </a:solidFill>
            <a:ln cap="rnd">
              <a:noFill/>
              <a:prstDash val="solid"/>
              <a:round/>
            </a:ln>
          </p:spPr>
        </p:sp>
        <p:sp>
          <p:nvSpPr>
            <p:cNvPr id="8" name="TextBox 8"/>
            <p:cNvSpPr txBox="1"/>
            <p:nvPr/>
          </p:nvSpPr>
          <p:spPr>
            <a:xfrm>
              <a:off x="0" y="-38100"/>
              <a:ext cx="1167774" cy="1721899"/>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4513295" y="789206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aphicFrame>
        <p:nvGraphicFramePr>
          <p:cNvPr id="16" name="Table 15">
            <a:extLst>
              <a:ext uri="{FF2B5EF4-FFF2-40B4-BE49-F238E27FC236}">
                <a16:creationId xmlns:a16="http://schemas.microsoft.com/office/drawing/2014/main" id="{DCEF74A8-BE2F-1143-04F0-1F77EBF86AC6}"/>
              </a:ext>
            </a:extLst>
          </p:cNvPr>
          <p:cNvGraphicFramePr>
            <a:graphicFrameLocks noGrp="1"/>
          </p:cNvGraphicFramePr>
          <p:nvPr>
            <p:extLst>
              <p:ext uri="{D42A27DB-BD31-4B8C-83A1-F6EECF244321}">
                <p14:modId xmlns:p14="http://schemas.microsoft.com/office/powerpoint/2010/main" val="2076002914"/>
              </p:ext>
            </p:extLst>
          </p:nvPr>
        </p:nvGraphicFramePr>
        <p:xfrm>
          <a:off x="3164899" y="3571973"/>
          <a:ext cx="11958202" cy="4627847"/>
        </p:xfrm>
        <a:graphic>
          <a:graphicData uri="http://schemas.openxmlformats.org/drawingml/2006/table">
            <a:tbl>
              <a:tblPr firstRow="1" bandRow="1">
                <a:tableStyleId>{5C22544A-7EE6-4342-B048-85BDC9FD1C3A}</a:tableStyleId>
              </a:tblPr>
              <a:tblGrid>
                <a:gridCol w="5979101">
                  <a:extLst>
                    <a:ext uri="{9D8B030D-6E8A-4147-A177-3AD203B41FA5}">
                      <a16:colId xmlns:a16="http://schemas.microsoft.com/office/drawing/2014/main" val="3847027185"/>
                    </a:ext>
                  </a:extLst>
                </a:gridCol>
                <a:gridCol w="5979101">
                  <a:extLst>
                    <a:ext uri="{9D8B030D-6E8A-4147-A177-3AD203B41FA5}">
                      <a16:colId xmlns:a16="http://schemas.microsoft.com/office/drawing/2014/main" val="2770928705"/>
                    </a:ext>
                  </a:extLst>
                </a:gridCol>
              </a:tblGrid>
              <a:tr h="661121">
                <a:tc>
                  <a:txBody>
                    <a:bodyPr/>
                    <a:lstStyle/>
                    <a:p>
                      <a:pPr algn="ctr"/>
                      <a:r>
                        <a:rPr lang="en-US" sz="3200" dirty="0"/>
                        <a:t>Hardware Tools</a:t>
                      </a:r>
                    </a:p>
                  </a:txBody>
                  <a:tcPr/>
                </a:tc>
                <a:tc>
                  <a:txBody>
                    <a:bodyPr/>
                    <a:lstStyle/>
                    <a:p>
                      <a:pPr algn="ctr"/>
                      <a:r>
                        <a:rPr lang="en-US" sz="3200" dirty="0"/>
                        <a:t>Software Tools</a:t>
                      </a:r>
                    </a:p>
                  </a:txBody>
                  <a:tcPr/>
                </a:tc>
                <a:extLst>
                  <a:ext uri="{0D108BD9-81ED-4DB2-BD59-A6C34878D82A}">
                    <a16:rowId xmlns:a16="http://schemas.microsoft.com/office/drawing/2014/main" val="622404595"/>
                  </a:ext>
                </a:extLst>
              </a:tr>
              <a:tr h="661121">
                <a:tc>
                  <a:txBody>
                    <a:bodyPr/>
                    <a:lstStyle/>
                    <a:p>
                      <a:pPr algn="ctr"/>
                      <a:r>
                        <a:rPr lang="en-US" sz="1800" b="0" i="0" kern="1200" dirty="0">
                          <a:solidFill>
                            <a:schemeClr val="dk1"/>
                          </a:solidFill>
                          <a:effectLst/>
                          <a:latin typeface="+mn-lt"/>
                          <a:ea typeface="+mn-ea"/>
                          <a:cs typeface="+mn-cs"/>
                        </a:rPr>
                        <a:t>ESP32-WROOM-32E 4MB Flash (MCU) (2)</a:t>
                      </a:r>
                      <a:endParaRPr lang="en-US" dirty="0"/>
                    </a:p>
                  </a:txBody>
                  <a:tcPr/>
                </a:tc>
                <a:tc>
                  <a:txBody>
                    <a:bodyPr/>
                    <a:lstStyle/>
                    <a:p>
                      <a:pPr algn="ctr"/>
                      <a:r>
                        <a:rPr lang="en-US" dirty="0" err="1"/>
                        <a:t>VSCode</a:t>
                      </a:r>
                      <a:endParaRPr lang="en-US" dirty="0"/>
                    </a:p>
                  </a:txBody>
                  <a:tcPr/>
                </a:tc>
                <a:extLst>
                  <a:ext uri="{0D108BD9-81ED-4DB2-BD59-A6C34878D82A}">
                    <a16:rowId xmlns:a16="http://schemas.microsoft.com/office/drawing/2014/main" val="233148123"/>
                  </a:ext>
                </a:extLst>
              </a:tr>
              <a:tr h="661121">
                <a:tc>
                  <a:txBody>
                    <a:bodyPr/>
                    <a:lstStyle/>
                    <a:p>
                      <a:pPr algn="ctr"/>
                      <a:r>
                        <a:rPr lang="en-US" sz="1800" b="0" i="0" kern="1200" dirty="0">
                          <a:solidFill>
                            <a:schemeClr val="dk1"/>
                          </a:solidFill>
                          <a:effectLst/>
                          <a:latin typeface="+mn-lt"/>
                          <a:ea typeface="+mn-ea"/>
                          <a:cs typeface="+mn-cs"/>
                        </a:rPr>
                        <a:t>TB6612FNG Motor Driver (3)</a:t>
                      </a:r>
                      <a:endParaRPr lang="en-US" dirty="0"/>
                    </a:p>
                  </a:txBody>
                  <a:tcPr/>
                </a:tc>
                <a:tc>
                  <a:txBody>
                    <a:bodyPr/>
                    <a:lstStyle/>
                    <a:p>
                      <a:pPr algn="ctr"/>
                      <a:r>
                        <a:rPr lang="en-US" dirty="0"/>
                        <a:t>Autodesk Fusion 360</a:t>
                      </a:r>
                    </a:p>
                  </a:txBody>
                  <a:tcPr/>
                </a:tc>
                <a:extLst>
                  <a:ext uri="{0D108BD9-81ED-4DB2-BD59-A6C34878D82A}">
                    <a16:rowId xmlns:a16="http://schemas.microsoft.com/office/drawing/2014/main" val="812321333"/>
                  </a:ext>
                </a:extLst>
              </a:tr>
              <a:tr h="661121">
                <a:tc>
                  <a:txBody>
                    <a:bodyPr/>
                    <a:lstStyle/>
                    <a:p>
                      <a:pPr algn="ctr"/>
                      <a:r>
                        <a:rPr lang="en-US" sz="1800" b="0" i="0" kern="1200" dirty="0">
                          <a:solidFill>
                            <a:schemeClr val="dk1"/>
                          </a:solidFill>
                          <a:effectLst/>
                          <a:latin typeface="+mn-lt"/>
                          <a:ea typeface="+mn-ea"/>
                          <a:cs typeface="+mn-cs"/>
                        </a:rPr>
                        <a:t>DC Gearbox Motor  (4)</a:t>
                      </a:r>
                      <a:endParaRPr lang="en-US" dirty="0"/>
                    </a:p>
                  </a:txBody>
                  <a:tcPr/>
                </a:tc>
                <a:tc>
                  <a:txBody>
                    <a:bodyPr/>
                    <a:lstStyle/>
                    <a:p>
                      <a:pPr algn="ctr"/>
                      <a:r>
                        <a:rPr lang="en-US" dirty="0"/>
                        <a:t>Extension Package  - Platform IDE</a:t>
                      </a:r>
                    </a:p>
                  </a:txBody>
                  <a:tcPr/>
                </a:tc>
                <a:extLst>
                  <a:ext uri="{0D108BD9-81ED-4DB2-BD59-A6C34878D82A}">
                    <a16:rowId xmlns:a16="http://schemas.microsoft.com/office/drawing/2014/main" val="2274928831"/>
                  </a:ext>
                </a:extLst>
              </a:tr>
              <a:tr h="661121">
                <a:tc>
                  <a:txBody>
                    <a:bodyPr/>
                    <a:lstStyle/>
                    <a:p>
                      <a:pPr algn="ctr"/>
                      <a:r>
                        <a:rPr lang="en-US" sz="1800" b="0" i="0" kern="1200" dirty="0">
                          <a:solidFill>
                            <a:schemeClr val="dk1"/>
                          </a:solidFill>
                          <a:effectLst/>
                          <a:latin typeface="+mn-lt"/>
                          <a:ea typeface="+mn-ea"/>
                          <a:cs typeface="+mn-cs"/>
                        </a:rPr>
                        <a:t>TT Motor Wheels (4)</a:t>
                      </a:r>
                      <a:endParaRPr lang="en-US" dirty="0"/>
                    </a:p>
                  </a:txBody>
                  <a:tcPr/>
                </a:tc>
                <a:tc>
                  <a:txBody>
                    <a:bodyPr/>
                    <a:lstStyle/>
                    <a:p>
                      <a:pPr algn="ctr"/>
                      <a:endParaRPr lang="en-US" dirty="0"/>
                    </a:p>
                  </a:txBody>
                  <a:tcPr/>
                </a:tc>
                <a:extLst>
                  <a:ext uri="{0D108BD9-81ED-4DB2-BD59-A6C34878D82A}">
                    <a16:rowId xmlns:a16="http://schemas.microsoft.com/office/drawing/2014/main" val="4056713946"/>
                  </a:ext>
                </a:extLst>
              </a:tr>
              <a:tr h="661121">
                <a:tc>
                  <a:txBody>
                    <a:bodyPr/>
                    <a:lstStyle/>
                    <a:p>
                      <a:pPr algn="ctr"/>
                      <a:r>
                        <a:rPr lang="en-US" sz="1800" b="0" i="0" kern="1200" dirty="0">
                          <a:solidFill>
                            <a:schemeClr val="dk1"/>
                          </a:solidFill>
                          <a:effectLst/>
                          <a:latin typeface="+mn-lt"/>
                          <a:ea typeface="+mn-ea"/>
                          <a:cs typeface="+mn-cs"/>
                        </a:rPr>
                        <a:t>DC Buck Converter (1)</a:t>
                      </a:r>
                      <a:endParaRPr lang="en-US" dirty="0"/>
                    </a:p>
                  </a:txBody>
                  <a:tcPr/>
                </a:tc>
                <a:tc>
                  <a:txBody>
                    <a:bodyPr/>
                    <a:lstStyle/>
                    <a:p>
                      <a:pPr algn="ctr"/>
                      <a:endParaRPr lang="en-US"/>
                    </a:p>
                  </a:txBody>
                  <a:tcPr/>
                </a:tc>
                <a:extLst>
                  <a:ext uri="{0D108BD9-81ED-4DB2-BD59-A6C34878D82A}">
                    <a16:rowId xmlns:a16="http://schemas.microsoft.com/office/drawing/2014/main" val="1035480480"/>
                  </a:ext>
                </a:extLst>
              </a:tr>
              <a:tr h="661121">
                <a:tc>
                  <a:txBody>
                    <a:bodyPr/>
                    <a:lstStyle/>
                    <a:p>
                      <a:pPr algn="ctr"/>
                      <a:r>
                        <a:rPr lang="it-IT" sz="1800" b="0" i="0" kern="1200" dirty="0">
                          <a:solidFill>
                            <a:schemeClr val="dk1"/>
                          </a:solidFill>
                          <a:effectLst/>
                          <a:latin typeface="+mn-lt"/>
                          <a:ea typeface="+mn-ea"/>
                          <a:cs typeface="+mn-cs"/>
                        </a:rPr>
                        <a:t>Tenergy 7.4V Li-Ion 2200mAh Battery (1)</a:t>
                      </a:r>
                      <a:endParaRPr lang="en-US" dirty="0"/>
                    </a:p>
                  </a:txBody>
                  <a:tcPr/>
                </a:tc>
                <a:tc>
                  <a:txBody>
                    <a:bodyPr/>
                    <a:lstStyle/>
                    <a:p>
                      <a:pPr algn="ctr"/>
                      <a:endParaRPr lang="en-US" dirty="0"/>
                    </a:p>
                  </a:txBody>
                  <a:tcPr/>
                </a:tc>
                <a:extLst>
                  <a:ext uri="{0D108BD9-81ED-4DB2-BD59-A6C34878D82A}">
                    <a16:rowId xmlns:a16="http://schemas.microsoft.com/office/drawing/2014/main" val="295831534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5145315" y="1219184"/>
            <a:ext cx="7997370" cy="851708"/>
          </a:xfrm>
          <a:prstGeom prst="rect">
            <a:avLst/>
          </a:prstGeom>
        </p:spPr>
        <p:txBody>
          <a:bodyPr wrap="square" lIns="0" tIns="0" rIns="0" bIns="0" rtlCol="0" anchor="t">
            <a:spAutoFit/>
          </a:bodyPr>
          <a:lstStyle/>
          <a:p>
            <a:pPr algn="ctr">
              <a:lnSpc>
                <a:spcPts val="6641"/>
              </a:lnSpc>
            </a:pPr>
            <a:r>
              <a:rPr lang="en-US" sz="6846" b="1" dirty="0">
                <a:solidFill>
                  <a:srgbClr val="3D4043"/>
                </a:solidFill>
                <a:latin typeface="Alexandria Bold"/>
                <a:ea typeface="Alexandria Bold"/>
                <a:cs typeface="Alexandria Bold"/>
                <a:sym typeface="Alexandria Bold"/>
              </a:rPr>
              <a:t>Schematic</a:t>
            </a:r>
          </a:p>
        </p:txBody>
      </p:sp>
      <p:sp>
        <p:nvSpPr>
          <p:cNvPr id="3" name="Freeform 3"/>
          <p:cNvSpPr/>
          <p:nvPr/>
        </p:nvSpPr>
        <p:spPr>
          <a:xfrm>
            <a:off x="-785432" y="6586037"/>
            <a:ext cx="5454566" cy="4435642"/>
          </a:xfrm>
          <a:custGeom>
            <a:avLst/>
            <a:gdLst/>
            <a:ahLst/>
            <a:cxnLst/>
            <a:rect l="l" t="t" r="r" b="b"/>
            <a:pathLst>
              <a:path w="5454566" h="4435642">
                <a:moveTo>
                  <a:pt x="0" y="0"/>
                </a:moveTo>
                <a:lnTo>
                  <a:pt x="5454566" y="0"/>
                </a:lnTo>
                <a:lnTo>
                  <a:pt x="5454566" y="4435642"/>
                </a:lnTo>
                <a:lnTo>
                  <a:pt x="0" y="44356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544805" y="-296377"/>
            <a:ext cx="3871963" cy="6882414"/>
          </a:xfrm>
          <a:custGeom>
            <a:avLst/>
            <a:gdLst/>
            <a:ahLst/>
            <a:cxnLst/>
            <a:rect l="l" t="t" r="r" b="b"/>
            <a:pathLst>
              <a:path w="3871963" h="6882414">
                <a:moveTo>
                  <a:pt x="0" y="0"/>
                </a:moveTo>
                <a:lnTo>
                  <a:pt x="3871963" y="0"/>
                </a:lnTo>
                <a:lnTo>
                  <a:pt x="3871963" y="6882414"/>
                </a:lnTo>
                <a:lnTo>
                  <a:pt x="0" y="68824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210212" y="-71021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14513295" y="789206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TextBox 13"/>
          <p:cNvSpPr txBox="1"/>
          <p:nvPr/>
        </p:nvSpPr>
        <p:spPr>
          <a:xfrm>
            <a:off x="3227343" y="3897216"/>
            <a:ext cx="11833314" cy="3678255"/>
          </a:xfrm>
          <a:prstGeom prst="rect">
            <a:avLst/>
          </a:prstGeom>
        </p:spPr>
        <p:txBody>
          <a:bodyPr lIns="50800" tIns="50800" rIns="50800" bIns="50800" rtlCol="0" anchor="ctr"/>
          <a:lstStyle/>
          <a:p>
            <a:pPr algn="ctr">
              <a:lnSpc>
                <a:spcPts val="2659"/>
              </a:lnSpc>
              <a:spcBef>
                <a:spcPct val="0"/>
              </a:spcBef>
            </a:pPr>
            <a:endParaRPr/>
          </a:p>
        </p:txBody>
      </p:sp>
      <p:sp>
        <p:nvSpPr>
          <p:cNvPr id="14" name="TextBox 14"/>
          <p:cNvSpPr txBox="1"/>
          <p:nvPr/>
        </p:nvSpPr>
        <p:spPr>
          <a:xfrm>
            <a:off x="3716387" y="5712839"/>
            <a:ext cx="10855226" cy="397545"/>
          </a:xfrm>
          <a:prstGeom prst="rect">
            <a:avLst/>
          </a:prstGeom>
        </p:spPr>
        <p:txBody>
          <a:bodyPr lIns="0" tIns="0" rIns="0" bIns="0" rtlCol="0" anchor="t">
            <a:spAutoFit/>
          </a:bodyPr>
          <a:lstStyle/>
          <a:p>
            <a:pPr algn="l">
              <a:lnSpc>
                <a:spcPts val="3077"/>
              </a:lnSpc>
            </a:pPr>
            <a:endParaRPr lang="en-US" sz="2198" spc="24" dirty="0">
              <a:solidFill>
                <a:srgbClr val="FEF6F3"/>
              </a:solidFill>
              <a:latin typeface="Anek Bangla"/>
              <a:ea typeface="Anek Bangla"/>
              <a:cs typeface="Anek Bangla"/>
              <a:sym typeface="Anek Bangla"/>
            </a:endParaRPr>
          </a:p>
        </p:txBody>
      </p:sp>
      <p:pic>
        <p:nvPicPr>
          <p:cNvPr id="18" name="Picture 17">
            <a:extLst>
              <a:ext uri="{FF2B5EF4-FFF2-40B4-BE49-F238E27FC236}">
                <a16:creationId xmlns:a16="http://schemas.microsoft.com/office/drawing/2014/main" id="{D56636BB-FD6E-3B5D-FB55-D848D8A864A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41780" y="2265541"/>
            <a:ext cx="8314612" cy="72921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7FBDD-4558-2095-62F1-5AC4C7685A3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8840647-9F3B-7E2B-7B4D-D63296B65BAE}"/>
              </a:ext>
            </a:extLst>
          </p:cNvPr>
          <p:cNvSpPr txBox="1"/>
          <p:nvPr/>
        </p:nvSpPr>
        <p:spPr>
          <a:xfrm>
            <a:off x="5145315" y="1219184"/>
            <a:ext cx="7997370" cy="851708"/>
          </a:xfrm>
          <a:prstGeom prst="rect">
            <a:avLst/>
          </a:prstGeom>
        </p:spPr>
        <p:txBody>
          <a:bodyPr wrap="square" lIns="0" tIns="0" rIns="0" bIns="0" rtlCol="0" anchor="t">
            <a:spAutoFit/>
          </a:bodyPr>
          <a:lstStyle/>
          <a:p>
            <a:pPr algn="ctr">
              <a:lnSpc>
                <a:spcPts val="6641"/>
              </a:lnSpc>
            </a:pPr>
            <a:r>
              <a:rPr lang="en-US" sz="6846" b="1" dirty="0">
                <a:solidFill>
                  <a:srgbClr val="3D4043"/>
                </a:solidFill>
                <a:latin typeface="Alexandria Bold"/>
                <a:ea typeface="Alexandria Bold"/>
                <a:cs typeface="Alexandria Bold"/>
                <a:sym typeface="Alexandria Bold"/>
              </a:rPr>
              <a:t>Pinout Table</a:t>
            </a:r>
          </a:p>
        </p:txBody>
      </p:sp>
      <p:sp>
        <p:nvSpPr>
          <p:cNvPr id="3" name="Freeform 3">
            <a:extLst>
              <a:ext uri="{FF2B5EF4-FFF2-40B4-BE49-F238E27FC236}">
                <a16:creationId xmlns:a16="http://schemas.microsoft.com/office/drawing/2014/main" id="{4320208F-A2B2-027B-6F91-3928B2BB2D64}"/>
              </a:ext>
            </a:extLst>
          </p:cNvPr>
          <p:cNvSpPr/>
          <p:nvPr/>
        </p:nvSpPr>
        <p:spPr>
          <a:xfrm>
            <a:off x="-785432" y="6586037"/>
            <a:ext cx="5454566" cy="4435642"/>
          </a:xfrm>
          <a:custGeom>
            <a:avLst/>
            <a:gdLst/>
            <a:ahLst/>
            <a:cxnLst/>
            <a:rect l="l" t="t" r="r" b="b"/>
            <a:pathLst>
              <a:path w="5454566" h="4435642">
                <a:moveTo>
                  <a:pt x="0" y="0"/>
                </a:moveTo>
                <a:lnTo>
                  <a:pt x="5454566" y="0"/>
                </a:lnTo>
                <a:lnTo>
                  <a:pt x="5454566" y="4435642"/>
                </a:lnTo>
                <a:lnTo>
                  <a:pt x="0" y="44356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D76DB918-3FE2-7C75-2D24-F989A7DAF946}"/>
              </a:ext>
            </a:extLst>
          </p:cNvPr>
          <p:cNvSpPr/>
          <p:nvPr/>
        </p:nvSpPr>
        <p:spPr>
          <a:xfrm>
            <a:off x="14544805" y="-296377"/>
            <a:ext cx="3871963" cy="6882414"/>
          </a:xfrm>
          <a:custGeom>
            <a:avLst/>
            <a:gdLst/>
            <a:ahLst/>
            <a:cxnLst/>
            <a:rect l="l" t="t" r="r" b="b"/>
            <a:pathLst>
              <a:path w="3871963" h="6882414">
                <a:moveTo>
                  <a:pt x="0" y="0"/>
                </a:moveTo>
                <a:lnTo>
                  <a:pt x="3871963" y="0"/>
                </a:lnTo>
                <a:lnTo>
                  <a:pt x="3871963" y="6882414"/>
                </a:lnTo>
                <a:lnTo>
                  <a:pt x="0" y="68824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a:extLst>
              <a:ext uri="{FF2B5EF4-FFF2-40B4-BE49-F238E27FC236}">
                <a16:creationId xmlns:a16="http://schemas.microsoft.com/office/drawing/2014/main" id="{6B5BE016-2DE9-4DF4-4328-1B9CA11066B7}"/>
              </a:ext>
            </a:extLst>
          </p:cNvPr>
          <p:cNvSpPr/>
          <p:nvPr/>
        </p:nvSpPr>
        <p:spPr>
          <a:xfrm>
            <a:off x="-2210212" y="-71021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a:extLst>
              <a:ext uri="{FF2B5EF4-FFF2-40B4-BE49-F238E27FC236}">
                <a16:creationId xmlns:a16="http://schemas.microsoft.com/office/drawing/2014/main" id="{52112E40-7065-06A2-E5EA-4F3B6CD1F9B0}"/>
              </a:ext>
            </a:extLst>
          </p:cNvPr>
          <p:cNvSpPr/>
          <p:nvPr/>
        </p:nvSpPr>
        <p:spPr>
          <a:xfrm>
            <a:off x="14513295" y="789206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TextBox 13">
            <a:extLst>
              <a:ext uri="{FF2B5EF4-FFF2-40B4-BE49-F238E27FC236}">
                <a16:creationId xmlns:a16="http://schemas.microsoft.com/office/drawing/2014/main" id="{A1947000-7A47-5FCF-94DC-5A609ECBFEBF}"/>
              </a:ext>
            </a:extLst>
          </p:cNvPr>
          <p:cNvSpPr txBox="1"/>
          <p:nvPr/>
        </p:nvSpPr>
        <p:spPr>
          <a:xfrm>
            <a:off x="3227343" y="3897216"/>
            <a:ext cx="11833314" cy="3678255"/>
          </a:xfrm>
          <a:prstGeom prst="rect">
            <a:avLst/>
          </a:prstGeom>
        </p:spPr>
        <p:txBody>
          <a:bodyPr lIns="50800" tIns="50800" rIns="50800" bIns="50800" rtlCol="0" anchor="ctr"/>
          <a:lstStyle/>
          <a:p>
            <a:pPr algn="ctr">
              <a:lnSpc>
                <a:spcPts val="2659"/>
              </a:lnSpc>
              <a:spcBef>
                <a:spcPct val="0"/>
              </a:spcBef>
            </a:pPr>
            <a:endParaRPr/>
          </a:p>
        </p:txBody>
      </p:sp>
      <p:sp>
        <p:nvSpPr>
          <p:cNvPr id="14" name="TextBox 14">
            <a:extLst>
              <a:ext uri="{FF2B5EF4-FFF2-40B4-BE49-F238E27FC236}">
                <a16:creationId xmlns:a16="http://schemas.microsoft.com/office/drawing/2014/main" id="{D81F5DE1-7E12-6F41-BDDB-54232A0C2870}"/>
              </a:ext>
            </a:extLst>
          </p:cNvPr>
          <p:cNvSpPr txBox="1"/>
          <p:nvPr/>
        </p:nvSpPr>
        <p:spPr>
          <a:xfrm>
            <a:off x="3716387" y="5712839"/>
            <a:ext cx="10855226" cy="397545"/>
          </a:xfrm>
          <a:prstGeom prst="rect">
            <a:avLst/>
          </a:prstGeom>
        </p:spPr>
        <p:txBody>
          <a:bodyPr lIns="0" tIns="0" rIns="0" bIns="0" rtlCol="0" anchor="t">
            <a:spAutoFit/>
          </a:bodyPr>
          <a:lstStyle/>
          <a:p>
            <a:pPr algn="l">
              <a:lnSpc>
                <a:spcPts val="3077"/>
              </a:lnSpc>
            </a:pPr>
            <a:endParaRPr lang="en-US" sz="2198" spc="24" dirty="0">
              <a:solidFill>
                <a:srgbClr val="FEF6F3"/>
              </a:solidFill>
              <a:latin typeface="Anek Bangla"/>
              <a:ea typeface="Anek Bangla"/>
              <a:cs typeface="Anek Bangla"/>
              <a:sym typeface="Anek Bangla"/>
            </a:endParaRPr>
          </a:p>
        </p:txBody>
      </p:sp>
    </p:spTree>
    <p:extLst>
      <p:ext uri="{BB962C8B-B14F-4D97-AF65-F5344CB8AC3E}">
        <p14:creationId xmlns:p14="http://schemas.microsoft.com/office/powerpoint/2010/main" val="2244979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4378465" y="921332"/>
            <a:ext cx="9521370" cy="851708"/>
          </a:xfrm>
          <a:prstGeom prst="rect">
            <a:avLst/>
          </a:prstGeom>
        </p:spPr>
        <p:txBody>
          <a:bodyPr wrap="square" lIns="0" tIns="0" rIns="0" bIns="0" rtlCol="0" anchor="t">
            <a:spAutoFit/>
          </a:bodyPr>
          <a:lstStyle/>
          <a:p>
            <a:pPr algn="ctr">
              <a:lnSpc>
                <a:spcPts val="6641"/>
              </a:lnSpc>
            </a:pPr>
            <a:r>
              <a:rPr lang="en-US" sz="6846" b="1" dirty="0">
                <a:solidFill>
                  <a:srgbClr val="3D4043"/>
                </a:solidFill>
                <a:latin typeface="Alexandria Bold"/>
                <a:ea typeface="Alexandria Bold"/>
                <a:cs typeface="Alexandria Bold"/>
                <a:sym typeface="Alexandria Bold"/>
              </a:rPr>
              <a:t>Fusion 360 Chassis</a:t>
            </a:r>
          </a:p>
        </p:txBody>
      </p:sp>
      <p:sp>
        <p:nvSpPr>
          <p:cNvPr id="3" name="Freeform 3"/>
          <p:cNvSpPr/>
          <p:nvPr/>
        </p:nvSpPr>
        <p:spPr>
          <a:xfrm>
            <a:off x="-785432" y="6586037"/>
            <a:ext cx="5454566" cy="4435642"/>
          </a:xfrm>
          <a:custGeom>
            <a:avLst/>
            <a:gdLst/>
            <a:ahLst/>
            <a:cxnLst/>
            <a:rect l="l" t="t" r="r" b="b"/>
            <a:pathLst>
              <a:path w="5454566" h="4435642">
                <a:moveTo>
                  <a:pt x="0" y="0"/>
                </a:moveTo>
                <a:lnTo>
                  <a:pt x="5454566" y="0"/>
                </a:lnTo>
                <a:lnTo>
                  <a:pt x="5454566" y="4435642"/>
                </a:lnTo>
                <a:lnTo>
                  <a:pt x="0" y="44356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544805" y="-296377"/>
            <a:ext cx="3871963" cy="6882414"/>
          </a:xfrm>
          <a:custGeom>
            <a:avLst/>
            <a:gdLst/>
            <a:ahLst/>
            <a:cxnLst/>
            <a:rect l="l" t="t" r="r" b="b"/>
            <a:pathLst>
              <a:path w="3871963" h="6882414">
                <a:moveTo>
                  <a:pt x="0" y="0"/>
                </a:moveTo>
                <a:lnTo>
                  <a:pt x="3871963" y="0"/>
                </a:lnTo>
                <a:lnTo>
                  <a:pt x="3871963" y="6882414"/>
                </a:lnTo>
                <a:lnTo>
                  <a:pt x="0" y="68824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210212" y="-71021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a:off x="1005648" y="2252188"/>
            <a:ext cx="4433893" cy="7533417"/>
            <a:chOff x="0" y="0"/>
            <a:chExt cx="1167774" cy="1683799"/>
          </a:xfrm>
        </p:grpSpPr>
        <p:sp>
          <p:nvSpPr>
            <p:cNvPr id="7" name="Freeform 7"/>
            <p:cNvSpPr/>
            <p:nvPr/>
          </p:nvSpPr>
          <p:spPr>
            <a:xfrm>
              <a:off x="0" y="0"/>
              <a:ext cx="1167774" cy="1683799"/>
            </a:xfrm>
            <a:custGeom>
              <a:avLst/>
              <a:gdLst/>
              <a:ahLst/>
              <a:cxnLst/>
              <a:rect l="l" t="t" r="r" b="b"/>
              <a:pathLst>
                <a:path w="1167774" h="1683799">
                  <a:moveTo>
                    <a:pt x="88395" y="0"/>
                  </a:moveTo>
                  <a:lnTo>
                    <a:pt x="1079379" y="0"/>
                  </a:lnTo>
                  <a:cubicBezTo>
                    <a:pt x="1102823" y="0"/>
                    <a:pt x="1125307" y="9313"/>
                    <a:pt x="1141884" y="25890"/>
                  </a:cubicBezTo>
                  <a:cubicBezTo>
                    <a:pt x="1158461" y="42468"/>
                    <a:pt x="1167774" y="64951"/>
                    <a:pt x="1167774" y="88395"/>
                  </a:cubicBezTo>
                  <a:lnTo>
                    <a:pt x="1167774" y="1595404"/>
                  </a:lnTo>
                  <a:cubicBezTo>
                    <a:pt x="1167774" y="1644223"/>
                    <a:pt x="1128198" y="1683799"/>
                    <a:pt x="1079379" y="1683799"/>
                  </a:cubicBezTo>
                  <a:lnTo>
                    <a:pt x="88395" y="1683799"/>
                  </a:lnTo>
                  <a:cubicBezTo>
                    <a:pt x="64951" y="1683799"/>
                    <a:pt x="42468" y="1674486"/>
                    <a:pt x="25890" y="1657909"/>
                  </a:cubicBezTo>
                  <a:cubicBezTo>
                    <a:pt x="9313" y="1641332"/>
                    <a:pt x="0" y="1618848"/>
                    <a:pt x="0" y="1595404"/>
                  </a:cubicBezTo>
                  <a:lnTo>
                    <a:pt x="0" y="88395"/>
                  </a:lnTo>
                  <a:cubicBezTo>
                    <a:pt x="0" y="64951"/>
                    <a:pt x="9313" y="42468"/>
                    <a:pt x="25890" y="25890"/>
                  </a:cubicBezTo>
                  <a:cubicBezTo>
                    <a:pt x="42468" y="9313"/>
                    <a:pt x="64951" y="0"/>
                    <a:pt x="88395" y="0"/>
                  </a:cubicBezTo>
                  <a:close/>
                </a:path>
              </a:pathLst>
            </a:custGeom>
            <a:solidFill>
              <a:srgbClr val="3D4043"/>
            </a:solidFill>
            <a:ln cap="rnd">
              <a:noFill/>
              <a:prstDash val="solid"/>
              <a:round/>
            </a:ln>
          </p:spPr>
        </p:sp>
        <p:sp>
          <p:nvSpPr>
            <p:cNvPr id="8" name="TextBox 8"/>
            <p:cNvSpPr txBox="1"/>
            <p:nvPr/>
          </p:nvSpPr>
          <p:spPr>
            <a:xfrm>
              <a:off x="0" y="-38100"/>
              <a:ext cx="1167774" cy="1721899"/>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4513295" y="789206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5" name="Group 15"/>
          <p:cNvGrpSpPr/>
          <p:nvPr/>
        </p:nvGrpSpPr>
        <p:grpSpPr>
          <a:xfrm>
            <a:off x="12954000" y="2252188"/>
            <a:ext cx="4433893" cy="7533417"/>
            <a:chOff x="0" y="0"/>
            <a:chExt cx="1167774" cy="1683799"/>
          </a:xfrm>
        </p:grpSpPr>
        <p:sp>
          <p:nvSpPr>
            <p:cNvPr id="16" name="Freeform 16"/>
            <p:cNvSpPr/>
            <p:nvPr/>
          </p:nvSpPr>
          <p:spPr>
            <a:xfrm>
              <a:off x="0" y="0"/>
              <a:ext cx="1167774" cy="1683799"/>
            </a:xfrm>
            <a:custGeom>
              <a:avLst/>
              <a:gdLst/>
              <a:ahLst/>
              <a:cxnLst/>
              <a:rect l="l" t="t" r="r" b="b"/>
              <a:pathLst>
                <a:path w="1167774" h="1683799">
                  <a:moveTo>
                    <a:pt x="88395" y="0"/>
                  </a:moveTo>
                  <a:lnTo>
                    <a:pt x="1079379" y="0"/>
                  </a:lnTo>
                  <a:cubicBezTo>
                    <a:pt x="1102823" y="0"/>
                    <a:pt x="1125307" y="9313"/>
                    <a:pt x="1141884" y="25890"/>
                  </a:cubicBezTo>
                  <a:cubicBezTo>
                    <a:pt x="1158461" y="42468"/>
                    <a:pt x="1167774" y="64951"/>
                    <a:pt x="1167774" y="88395"/>
                  </a:cubicBezTo>
                  <a:lnTo>
                    <a:pt x="1167774" y="1595404"/>
                  </a:lnTo>
                  <a:cubicBezTo>
                    <a:pt x="1167774" y="1644223"/>
                    <a:pt x="1128198" y="1683799"/>
                    <a:pt x="1079379" y="1683799"/>
                  </a:cubicBezTo>
                  <a:lnTo>
                    <a:pt x="88395" y="1683799"/>
                  </a:lnTo>
                  <a:cubicBezTo>
                    <a:pt x="64951" y="1683799"/>
                    <a:pt x="42468" y="1674486"/>
                    <a:pt x="25890" y="1657909"/>
                  </a:cubicBezTo>
                  <a:cubicBezTo>
                    <a:pt x="9313" y="1641332"/>
                    <a:pt x="0" y="1618848"/>
                    <a:pt x="0" y="1595404"/>
                  </a:cubicBezTo>
                  <a:lnTo>
                    <a:pt x="0" y="88395"/>
                  </a:lnTo>
                  <a:cubicBezTo>
                    <a:pt x="0" y="64951"/>
                    <a:pt x="9313" y="42468"/>
                    <a:pt x="25890" y="25890"/>
                  </a:cubicBezTo>
                  <a:cubicBezTo>
                    <a:pt x="42468" y="9313"/>
                    <a:pt x="64951" y="0"/>
                    <a:pt x="88395" y="0"/>
                  </a:cubicBezTo>
                  <a:close/>
                </a:path>
              </a:pathLst>
            </a:custGeom>
            <a:solidFill>
              <a:srgbClr val="3D4043"/>
            </a:solidFill>
            <a:ln cap="rnd">
              <a:noFill/>
              <a:prstDash val="solid"/>
              <a:round/>
            </a:ln>
          </p:spPr>
        </p:sp>
        <p:sp>
          <p:nvSpPr>
            <p:cNvPr id="17" name="TextBox 17"/>
            <p:cNvSpPr txBox="1"/>
            <p:nvPr/>
          </p:nvSpPr>
          <p:spPr>
            <a:xfrm>
              <a:off x="0" y="-38100"/>
              <a:ext cx="1167774" cy="1721899"/>
            </a:xfrm>
            <a:prstGeom prst="rect">
              <a:avLst/>
            </a:prstGeom>
          </p:spPr>
          <p:txBody>
            <a:bodyPr lIns="50800" tIns="50800" rIns="50800" bIns="50800" rtlCol="0" anchor="ctr"/>
            <a:lstStyle/>
            <a:p>
              <a:pPr algn="ctr">
                <a:lnSpc>
                  <a:spcPts val="2659"/>
                </a:lnSpc>
                <a:spcBef>
                  <a:spcPct val="0"/>
                </a:spcBef>
              </a:pPr>
              <a:endParaRPr/>
            </a:p>
          </p:txBody>
        </p:sp>
      </p:grpSp>
      <p:pic>
        <p:nvPicPr>
          <p:cNvPr id="20" name="Picture 19">
            <a:extLst>
              <a:ext uri="{FF2B5EF4-FFF2-40B4-BE49-F238E27FC236}">
                <a16:creationId xmlns:a16="http://schemas.microsoft.com/office/drawing/2014/main" id="{4F26BC6F-76F8-6499-C4A8-79329F78AA8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99229" y="4430042"/>
            <a:ext cx="3834083" cy="3177705"/>
          </a:xfrm>
          <a:prstGeom prst="rect">
            <a:avLst/>
          </a:prstGeom>
        </p:spPr>
      </p:pic>
      <p:pic>
        <p:nvPicPr>
          <p:cNvPr id="22" name="Picture 21">
            <a:extLst>
              <a:ext uri="{FF2B5EF4-FFF2-40B4-BE49-F238E27FC236}">
                <a16:creationId xmlns:a16="http://schemas.microsoft.com/office/drawing/2014/main" id="{02446483-161D-A98C-3D2B-9AF921A30FE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3198242" y="4471050"/>
            <a:ext cx="3945408" cy="2810667"/>
          </a:xfrm>
          <a:prstGeom prst="rect">
            <a:avLst/>
          </a:prstGeom>
        </p:spPr>
      </p:pic>
      <p:pic>
        <p:nvPicPr>
          <p:cNvPr id="24" name="Picture 23">
            <a:extLst>
              <a:ext uri="{FF2B5EF4-FFF2-40B4-BE49-F238E27FC236}">
                <a16:creationId xmlns:a16="http://schemas.microsoft.com/office/drawing/2014/main" id="{682A3A30-CE41-9F4A-1A73-3B5C4BAAEFD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015697" y="5933665"/>
            <a:ext cx="6250140" cy="3053568"/>
          </a:xfrm>
          <a:prstGeom prst="rect">
            <a:avLst/>
          </a:prstGeom>
        </p:spPr>
      </p:pic>
      <p:pic>
        <p:nvPicPr>
          <p:cNvPr id="26" name="Picture 25">
            <a:extLst>
              <a:ext uri="{FF2B5EF4-FFF2-40B4-BE49-F238E27FC236}">
                <a16:creationId xmlns:a16="http://schemas.microsoft.com/office/drawing/2014/main" id="{83D76797-60F0-B889-656C-EBAA502B889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012464" y="2103721"/>
            <a:ext cx="6253373" cy="3344579"/>
          </a:xfrm>
          <a:prstGeom prst="rect">
            <a:avLst/>
          </a:prstGeom>
        </p:spPr>
      </p:pic>
      <p:sp>
        <p:nvSpPr>
          <p:cNvPr id="27" name="TextBox 26">
            <a:extLst>
              <a:ext uri="{FF2B5EF4-FFF2-40B4-BE49-F238E27FC236}">
                <a16:creationId xmlns:a16="http://schemas.microsoft.com/office/drawing/2014/main" id="{D08FCBB0-4DFB-2CA0-DF0C-D7AFE3C2E5F5}"/>
              </a:ext>
            </a:extLst>
          </p:cNvPr>
          <p:cNvSpPr txBox="1"/>
          <p:nvPr/>
        </p:nvSpPr>
        <p:spPr>
          <a:xfrm>
            <a:off x="6015697" y="5448300"/>
            <a:ext cx="6250140" cy="369332"/>
          </a:xfrm>
          <a:prstGeom prst="rect">
            <a:avLst/>
          </a:prstGeom>
          <a:noFill/>
        </p:spPr>
        <p:txBody>
          <a:bodyPr wrap="square" rtlCol="0">
            <a:spAutoFit/>
          </a:bodyPr>
          <a:lstStyle/>
          <a:p>
            <a:pPr algn="ctr"/>
            <a:r>
              <a:rPr lang="en-US" b="1" dirty="0"/>
              <a:t>Fig.1 Design 1: Fusion 360 Timelapse</a:t>
            </a:r>
          </a:p>
        </p:txBody>
      </p:sp>
      <p:sp>
        <p:nvSpPr>
          <p:cNvPr id="28" name="TextBox 27">
            <a:extLst>
              <a:ext uri="{FF2B5EF4-FFF2-40B4-BE49-F238E27FC236}">
                <a16:creationId xmlns:a16="http://schemas.microsoft.com/office/drawing/2014/main" id="{58A62E3A-9704-AE14-9787-90F0CB524A7B}"/>
              </a:ext>
            </a:extLst>
          </p:cNvPr>
          <p:cNvSpPr txBox="1"/>
          <p:nvPr/>
        </p:nvSpPr>
        <p:spPr>
          <a:xfrm>
            <a:off x="6015697" y="9108605"/>
            <a:ext cx="6250140" cy="369332"/>
          </a:xfrm>
          <a:prstGeom prst="rect">
            <a:avLst/>
          </a:prstGeom>
          <a:noFill/>
        </p:spPr>
        <p:txBody>
          <a:bodyPr wrap="square" rtlCol="0">
            <a:spAutoFit/>
          </a:bodyPr>
          <a:lstStyle/>
          <a:p>
            <a:pPr algn="ctr"/>
            <a:r>
              <a:rPr lang="en-US" b="1" dirty="0"/>
              <a:t>Fig.2 Design 2: Fusion 360 Timelapse</a:t>
            </a:r>
          </a:p>
        </p:txBody>
      </p:sp>
      <p:sp>
        <p:nvSpPr>
          <p:cNvPr id="29" name="TextBox 28">
            <a:extLst>
              <a:ext uri="{FF2B5EF4-FFF2-40B4-BE49-F238E27FC236}">
                <a16:creationId xmlns:a16="http://schemas.microsoft.com/office/drawing/2014/main" id="{1B479368-98B7-7F84-54F2-F6D7338CAB6C}"/>
              </a:ext>
            </a:extLst>
          </p:cNvPr>
          <p:cNvSpPr txBox="1"/>
          <p:nvPr/>
        </p:nvSpPr>
        <p:spPr>
          <a:xfrm>
            <a:off x="1299228" y="7658099"/>
            <a:ext cx="3834084" cy="369332"/>
          </a:xfrm>
          <a:prstGeom prst="rect">
            <a:avLst/>
          </a:prstGeom>
          <a:noFill/>
        </p:spPr>
        <p:txBody>
          <a:bodyPr wrap="square" rtlCol="0">
            <a:spAutoFit/>
          </a:bodyPr>
          <a:lstStyle/>
          <a:p>
            <a:pPr algn="ctr"/>
            <a:r>
              <a:rPr lang="en-US" b="1" dirty="0">
                <a:solidFill>
                  <a:schemeClr val="bg1"/>
                </a:solidFill>
              </a:rPr>
              <a:t>Fig.1 Design 2: Mesh Timelapse</a:t>
            </a:r>
          </a:p>
        </p:txBody>
      </p:sp>
      <p:sp>
        <p:nvSpPr>
          <p:cNvPr id="30" name="TextBox 29">
            <a:extLst>
              <a:ext uri="{FF2B5EF4-FFF2-40B4-BE49-F238E27FC236}">
                <a16:creationId xmlns:a16="http://schemas.microsoft.com/office/drawing/2014/main" id="{427760FA-79BD-6560-E2F1-05C8FA3896C7}"/>
              </a:ext>
            </a:extLst>
          </p:cNvPr>
          <p:cNvSpPr txBox="1"/>
          <p:nvPr/>
        </p:nvSpPr>
        <p:spPr>
          <a:xfrm>
            <a:off x="13198242" y="7452179"/>
            <a:ext cx="3945408" cy="369332"/>
          </a:xfrm>
          <a:prstGeom prst="rect">
            <a:avLst/>
          </a:prstGeom>
          <a:noFill/>
        </p:spPr>
        <p:txBody>
          <a:bodyPr wrap="square" rtlCol="0">
            <a:spAutoFit/>
          </a:bodyPr>
          <a:lstStyle/>
          <a:p>
            <a:pPr algn="ctr"/>
            <a:r>
              <a:rPr lang="en-US" b="1" dirty="0">
                <a:solidFill>
                  <a:schemeClr val="bg1"/>
                </a:solidFill>
              </a:rPr>
              <a:t>Fig.1 Design 1: Chassis Timelapse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5871030" y="1185084"/>
            <a:ext cx="6545941" cy="885799"/>
          </a:xfrm>
          <a:prstGeom prst="rect">
            <a:avLst/>
          </a:prstGeom>
        </p:spPr>
        <p:txBody>
          <a:bodyPr lIns="0" tIns="0" rIns="0" bIns="0" rtlCol="0" anchor="t">
            <a:spAutoFit/>
          </a:bodyPr>
          <a:lstStyle/>
          <a:p>
            <a:pPr algn="ctr">
              <a:lnSpc>
                <a:spcPts val="6641"/>
              </a:lnSpc>
            </a:pPr>
            <a:r>
              <a:rPr lang="en-US" sz="6846" b="1">
                <a:solidFill>
                  <a:srgbClr val="3D4043"/>
                </a:solidFill>
                <a:latin typeface="Alexandria Bold"/>
                <a:ea typeface="Alexandria Bold"/>
                <a:cs typeface="Alexandria Bold"/>
                <a:sym typeface="Alexandria Bold"/>
              </a:rPr>
              <a:t>Result</a:t>
            </a:r>
          </a:p>
        </p:txBody>
      </p:sp>
      <p:sp>
        <p:nvSpPr>
          <p:cNvPr id="4" name="Freeform 4"/>
          <p:cNvSpPr/>
          <p:nvPr/>
        </p:nvSpPr>
        <p:spPr>
          <a:xfrm>
            <a:off x="-785432" y="6586037"/>
            <a:ext cx="5454566" cy="4435642"/>
          </a:xfrm>
          <a:custGeom>
            <a:avLst/>
            <a:gdLst/>
            <a:ahLst/>
            <a:cxnLst/>
            <a:rect l="l" t="t" r="r" b="b"/>
            <a:pathLst>
              <a:path w="5454566" h="4435642">
                <a:moveTo>
                  <a:pt x="0" y="0"/>
                </a:moveTo>
                <a:lnTo>
                  <a:pt x="5454566" y="0"/>
                </a:lnTo>
                <a:lnTo>
                  <a:pt x="5454566" y="4435642"/>
                </a:lnTo>
                <a:lnTo>
                  <a:pt x="0" y="44356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4544805" y="-296377"/>
            <a:ext cx="3871963" cy="6882414"/>
          </a:xfrm>
          <a:custGeom>
            <a:avLst/>
            <a:gdLst/>
            <a:ahLst/>
            <a:cxnLst/>
            <a:rect l="l" t="t" r="r" b="b"/>
            <a:pathLst>
              <a:path w="3871963" h="6882414">
                <a:moveTo>
                  <a:pt x="0" y="0"/>
                </a:moveTo>
                <a:lnTo>
                  <a:pt x="3871963" y="0"/>
                </a:lnTo>
                <a:lnTo>
                  <a:pt x="3871963" y="6882414"/>
                </a:lnTo>
                <a:lnTo>
                  <a:pt x="0" y="68824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2210212" y="-71021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7" name="Group 7"/>
          <p:cNvGrpSpPr/>
          <p:nvPr/>
        </p:nvGrpSpPr>
        <p:grpSpPr>
          <a:xfrm>
            <a:off x="3281798" y="2771631"/>
            <a:ext cx="4433893" cy="5321041"/>
            <a:chOff x="0" y="0"/>
            <a:chExt cx="1167774" cy="1401427"/>
          </a:xfrm>
        </p:grpSpPr>
        <p:sp>
          <p:nvSpPr>
            <p:cNvPr id="8" name="Freeform 8"/>
            <p:cNvSpPr/>
            <p:nvPr/>
          </p:nvSpPr>
          <p:spPr>
            <a:xfrm>
              <a:off x="0" y="0"/>
              <a:ext cx="1167774" cy="1401427"/>
            </a:xfrm>
            <a:custGeom>
              <a:avLst/>
              <a:gdLst/>
              <a:ahLst/>
              <a:cxnLst/>
              <a:rect l="l" t="t" r="r" b="b"/>
              <a:pathLst>
                <a:path w="1167774" h="1401427">
                  <a:moveTo>
                    <a:pt x="88395" y="0"/>
                  </a:moveTo>
                  <a:lnTo>
                    <a:pt x="1079379" y="0"/>
                  </a:lnTo>
                  <a:cubicBezTo>
                    <a:pt x="1102823" y="0"/>
                    <a:pt x="1125307" y="9313"/>
                    <a:pt x="1141884" y="25890"/>
                  </a:cubicBezTo>
                  <a:cubicBezTo>
                    <a:pt x="1158461" y="42468"/>
                    <a:pt x="1167774" y="64951"/>
                    <a:pt x="1167774" y="88395"/>
                  </a:cubicBezTo>
                  <a:lnTo>
                    <a:pt x="1167774" y="1313031"/>
                  </a:lnTo>
                  <a:cubicBezTo>
                    <a:pt x="1167774" y="1336475"/>
                    <a:pt x="1158461" y="1358959"/>
                    <a:pt x="1141884" y="1375536"/>
                  </a:cubicBezTo>
                  <a:cubicBezTo>
                    <a:pt x="1125307" y="1392114"/>
                    <a:pt x="1102823" y="1401427"/>
                    <a:pt x="1079379" y="1401427"/>
                  </a:cubicBezTo>
                  <a:lnTo>
                    <a:pt x="88395" y="1401427"/>
                  </a:lnTo>
                  <a:cubicBezTo>
                    <a:pt x="64951" y="1401427"/>
                    <a:pt x="42468" y="1392114"/>
                    <a:pt x="25890" y="1375536"/>
                  </a:cubicBezTo>
                  <a:cubicBezTo>
                    <a:pt x="9313" y="1358959"/>
                    <a:pt x="0" y="1336475"/>
                    <a:pt x="0" y="1313031"/>
                  </a:cubicBezTo>
                  <a:lnTo>
                    <a:pt x="0" y="88395"/>
                  </a:lnTo>
                  <a:cubicBezTo>
                    <a:pt x="0" y="64951"/>
                    <a:pt x="9313" y="42468"/>
                    <a:pt x="25890" y="25890"/>
                  </a:cubicBezTo>
                  <a:cubicBezTo>
                    <a:pt x="42468" y="9313"/>
                    <a:pt x="64951" y="0"/>
                    <a:pt x="88395" y="0"/>
                  </a:cubicBezTo>
                  <a:close/>
                </a:path>
              </a:pathLst>
            </a:custGeom>
            <a:solidFill>
              <a:srgbClr val="3D4043"/>
            </a:solidFill>
            <a:ln cap="rnd">
              <a:noFill/>
              <a:prstDash val="solid"/>
              <a:round/>
            </a:ln>
          </p:spPr>
        </p:sp>
        <p:sp>
          <p:nvSpPr>
            <p:cNvPr id="9" name="TextBox 9"/>
            <p:cNvSpPr txBox="1"/>
            <p:nvPr/>
          </p:nvSpPr>
          <p:spPr>
            <a:xfrm>
              <a:off x="0" y="-38100"/>
              <a:ext cx="1167774" cy="1439527"/>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3627624" y="3132609"/>
            <a:ext cx="3756594" cy="397545"/>
          </a:xfrm>
          <a:prstGeom prst="rect">
            <a:avLst/>
          </a:prstGeom>
        </p:spPr>
        <p:txBody>
          <a:bodyPr lIns="0" tIns="0" rIns="0" bIns="0" rtlCol="0" anchor="t">
            <a:spAutoFit/>
          </a:bodyPr>
          <a:lstStyle/>
          <a:p>
            <a:pPr algn="ctr">
              <a:lnSpc>
                <a:spcPts val="3077"/>
              </a:lnSpc>
            </a:pPr>
            <a:r>
              <a:rPr lang="en-US" sz="2198" spc="24" dirty="0">
                <a:solidFill>
                  <a:srgbClr val="FEF6F3"/>
                </a:solidFill>
                <a:latin typeface="Anek Bangla"/>
                <a:ea typeface="Anek Bangla"/>
                <a:cs typeface="Anek Bangla"/>
                <a:sym typeface="Anek Bangla"/>
              </a:rPr>
              <a:t>VIDEO</a:t>
            </a:r>
          </a:p>
        </p:txBody>
      </p:sp>
      <p:sp>
        <p:nvSpPr>
          <p:cNvPr id="11" name="Freeform 11"/>
          <p:cNvSpPr/>
          <p:nvPr/>
        </p:nvSpPr>
        <p:spPr>
          <a:xfrm>
            <a:off x="14513295" y="789206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5871030" y="1185084"/>
            <a:ext cx="6545941" cy="885799"/>
          </a:xfrm>
          <a:prstGeom prst="rect">
            <a:avLst/>
          </a:prstGeom>
        </p:spPr>
        <p:txBody>
          <a:bodyPr lIns="0" tIns="0" rIns="0" bIns="0" rtlCol="0" anchor="t">
            <a:spAutoFit/>
          </a:bodyPr>
          <a:lstStyle/>
          <a:p>
            <a:pPr algn="ctr">
              <a:lnSpc>
                <a:spcPts val="6641"/>
              </a:lnSpc>
            </a:pPr>
            <a:r>
              <a:rPr lang="en-US" sz="6846" b="1">
                <a:solidFill>
                  <a:srgbClr val="3D4043"/>
                </a:solidFill>
                <a:latin typeface="Alexandria Bold"/>
                <a:ea typeface="Alexandria Bold"/>
                <a:cs typeface="Alexandria Bold"/>
                <a:sym typeface="Alexandria Bold"/>
              </a:rPr>
              <a:t>Conclusion</a:t>
            </a:r>
          </a:p>
        </p:txBody>
      </p:sp>
      <p:sp>
        <p:nvSpPr>
          <p:cNvPr id="3" name="Freeform 3"/>
          <p:cNvSpPr/>
          <p:nvPr/>
        </p:nvSpPr>
        <p:spPr>
          <a:xfrm>
            <a:off x="-785432" y="6586037"/>
            <a:ext cx="5454566" cy="4435642"/>
          </a:xfrm>
          <a:custGeom>
            <a:avLst/>
            <a:gdLst/>
            <a:ahLst/>
            <a:cxnLst/>
            <a:rect l="l" t="t" r="r" b="b"/>
            <a:pathLst>
              <a:path w="5454566" h="4435642">
                <a:moveTo>
                  <a:pt x="0" y="0"/>
                </a:moveTo>
                <a:lnTo>
                  <a:pt x="5454566" y="0"/>
                </a:lnTo>
                <a:lnTo>
                  <a:pt x="5454566" y="4435642"/>
                </a:lnTo>
                <a:lnTo>
                  <a:pt x="0" y="44356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544805" y="-296377"/>
            <a:ext cx="3871963" cy="6882414"/>
          </a:xfrm>
          <a:custGeom>
            <a:avLst/>
            <a:gdLst/>
            <a:ahLst/>
            <a:cxnLst/>
            <a:rect l="l" t="t" r="r" b="b"/>
            <a:pathLst>
              <a:path w="3871963" h="6882414">
                <a:moveTo>
                  <a:pt x="0" y="0"/>
                </a:moveTo>
                <a:lnTo>
                  <a:pt x="3871963" y="0"/>
                </a:lnTo>
                <a:lnTo>
                  <a:pt x="3871963" y="6882414"/>
                </a:lnTo>
                <a:lnTo>
                  <a:pt x="0" y="68824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210212" y="-71021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6" name="Group 6"/>
          <p:cNvGrpSpPr/>
          <p:nvPr/>
        </p:nvGrpSpPr>
        <p:grpSpPr>
          <a:xfrm>
            <a:off x="3873626" y="2410683"/>
            <a:ext cx="10254583" cy="6393175"/>
            <a:chOff x="0" y="0"/>
            <a:chExt cx="2700796" cy="1683799"/>
          </a:xfrm>
        </p:grpSpPr>
        <p:sp>
          <p:nvSpPr>
            <p:cNvPr id="7" name="Freeform 7"/>
            <p:cNvSpPr/>
            <p:nvPr/>
          </p:nvSpPr>
          <p:spPr>
            <a:xfrm>
              <a:off x="0" y="0"/>
              <a:ext cx="2700796" cy="1683799"/>
            </a:xfrm>
            <a:custGeom>
              <a:avLst/>
              <a:gdLst/>
              <a:ahLst/>
              <a:cxnLst/>
              <a:rect l="l" t="t" r="r" b="b"/>
              <a:pathLst>
                <a:path w="2700796" h="1683799">
                  <a:moveTo>
                    <a:pt x="38220" y="0"/>
                  </a:moveTo>
                  <a:lnTo>
                    <a:pt x="2662575" y="0"/>
                  </a:lnTo>
                  <a:cubicBezTo>
                    <a:pt x="2672712" y="0"/>
                    <a:pt x="2682433" y="4027"/>
                    <a:pt x="2689601" y="11195"/>
                  </a:cubicBezTo>
                  <a:cubicBezTo>
                    <a:pt x="2696769" y="18362"/>
                    <a:pt x="2700796" y="28084"/>
                    <a:pt x="2700796" y="38220"/>
                  </a:cubicBezTo>
                  <a:lnTo>
                    <a:pt x="2700796" y="1645579"/>
                  </a:lnTo>
                  <a:cubicBezTo>
                    <a:pt x="2700796" y="1655715"/>
                    <a:pt x="2696769" y="1665437"/>
                    <a:pt x="2689601" y="1672605"/>
                  </a:cubicBezTo>
                  <a:cubicBezTo>
                    <a:pt x="2682433" y="1679772"/>
                    <a:pt x="2672712" y="1683799"/>
                    <a:pt x="2662575" y="1683799"/>
                  </a:cubicBezTo>
                  <a:lnTo>
                    <a:pt x="38220" y="1683799"/>
                  </a:lnTo>
                  <a:cubicBezTo>
                    <a:pt x="28084" y="1683799"/>
                    <a:pt x="18362" y="1679772"/>
                    <a:pt x="11195" y="1672605"/>
                  </a:cubicBezTo>
                  <a:cubicBezTo>
                    <a:pt x="4027" y="1665437"/>
                    <a:pt x="0" y="1655715"/>
                    <a:pt x="0" y="1645579"/>
                  </a:cubicBezTo>
                  <a:lnTo>
                    <a:pt x="0" y="38220"/>
                  </a:lnTo>
                  <a:cubicBezTo>
                    <a:pt x="0" y="28084"/>
                    <a:pt x="4027" y="18362"/>
                    <a:pt x="11195" y="11195"/>
                  </a:cubicBezTo>
                  <a:cubicBezTo>
                    <a:pt x="18362" y="4027"/>
                    <a:pt x="28084" y="0"/>
                    <a:pt x="38220" y="0"/>
                  </a:cubicBezTo>
                  <a:close/>
                </a:path>
              </a:pathLst>
            </a:custGeom>
            <a:solidFill>
              <a:srgbClr val="3D4043"/>
            </a:solidFill>
            <a:ln cap="rnd">
              <a:noFill/>
              <a:prstDash val="solid"/>
              <a:round/>
            </a:ln>
          </p:spPr>
        </p:sp>
        <p:sp>
          <p:nvSpPr>
            <p:cNvPr id="8" name="TextBox 8"/>
            <p:cNvSpPr txBox="1"/>
            <p:nvPr/>
          </p:nvSpPr>
          <p:spPr>
            <a:xfrm>
              <a:off x="0" y="-38100"/>
              <a:ext cx="2700796" cy="1721899"/>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4456635" y="3366486"/>
            <a:ext cx="3756594" cy="4228653"/>
          </a:xfrm>
          <a:prstGeom prst="rect">
            <a:avLst/>
          </a:prstGeom>
        </p:spPr>
        <p:txBody>
          <a:bodyPr lIns="0" tIns="0" rIns="0" bIns="0" rtlCol="0" anchor="t">
            <a:spAutoFit/>
          </a:bodyPr>
          <a:lstStyle/>
          <a:p>
            <a:pPr algn="ctr">
              <a:lnSpc>
                <a:spcPts val="3077"/>
              </a:lnSpc>
            </a:pPr>
            <a:r>
              <a:rPr lang="en-US" sz="2198" spc="24">
                <a:solidFill>
                  <a:srgbClr val="FEF6F3"/>
                </a:solidFill>
                <a:latin typeface="Anek Bangla"/>
                <a:ea typeface="Anek Bangla"/>
                <a:cs typeface="Anek Bangla"/>
                <a:sym typeface="Anek Bangla"/>
              </a:rPr>
              <a:t>Lorem ipsum dolor sit amet, consectetur adipiscing elit. Etiam vitae tellus risus. Sed fringilla commodo tellus, rutrum lacinia dui scelerisque in. Vestibulum velit velit, condimentum quis ante pretium, bibendum fermentum neque. Pellentesque viverra volutpat neque quis dapibus. Sed in elit justo</a:t>
            </a:r>
          </a:p>
        </p:txBody>
      </p:sp>
      <p:sp>
        <p:nvSpPr>
          <p:cNvPr id="10" name="Freeform 10"/>
          <p:cNvSpPr/>
          <p:nvPr/>
        </p:nvSpPr>
        <p:spPr>
          <a:xfrm>
            <a:off x="14513295" y="789206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TextBox 11"/>
          <p:cNvSpPr txBox="1"/>
          <p:nvPr/>
        </p:nvSpPr>
        <p:spPr>
          <a:xfrm>
            <a:off x="9785121" y="3473894"/>
            <a:ext cx="3756594" cy="4228653"/>
          </a:xfrm>
          <a:prstGeom prst="rect">
            <a:avLst/>
          </a:prstGeom>
        </p:spPr>
        <p:txBody>
          <a:bodyPr lIns="0" tIns="0" rIns="0" bIns="0" rtlCol="0" anchor="t">
            <a:spAutoFit/>
          </a:bodyPr>
          <a:lstStyle/>
          <a:p>
            <a:pPr algn="ctr">
              <a:lnSpc>
                <a:spcPts val="3077"/>
              </a:lnSpc>
            </a:pPr>
            <a:r>
              <a:rPr lang="en-US" sz="2198" spc="24">
                <a:solidFill>
                  <a:srgbClr val="FEF6F3"/>
                </a:solidFill>
                <a:latin typeface="Anek Bangla"/>
                <a:ea typeface="Anek Bangla"/>
                <a:cs typeface="Anek Bangla"/>
                <a:sym typeface="Anek Bangla"/>
              </a:rPr>
              <a:t>Lorem ipsum dolor sit amet, consectetur adipiscing elit. Etiam vitae tellus risus. Sed fringilla commodo tellus, rutrum lacinia dui scelerisque in. Vestibulum velit velit, condimentum quis ante pretium, bibendum fermentum neque. Pellentesque viverra volutpat neque quis dapibus. Sed in elit justo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2595833" y="3449630"/>
            <a:ext cx="13096334" cy="1713226"/>
          </a:xfrm>
          <a:prstGeom prst="rect">
            <a:avLst/>
          </a:prstGeom>
        </p:spPr>
        <p:txBody>
          <a:bodyPr lIns="0" tIns="0" rIns="0" bIns="0" rtlCol="0" anchor="t">
            <a:spAutoFit/>
          </a:bodyPr>
          <a:lstStyle/>
          <a:p>
            <a:pPr algn="ctr">
              <a:lnSpc>
                <a:spcPts val="13287"/>
              </a:lnSpc>
            </a:pPr>
            <a:r>
              <a:rPr lang="en-US" sz="13698" b="1" dirty="0">
                <a:solidFill>
                  <a:srgbClr val="3D4043"/>
                </a:solidFill>
                <a:latin typeface="Alexandria Bold"/>
                <a:ea typeface="Alexandria Bold"/>
                <a:cs typeface="Alexandria Bold"/>
                <a:sym typeface="Alexandria Bold"/>
              </a:rPr>
              <a:t>No Q/A please</a:t>
            </a:r>
          </a:p>
        </p:txBody>
      </p:sp>
      <p:sp>
        <p:nvSpPr>
          <p:cNvPr id="3" name="Freeform 3"/>
          <p:cNvSpPr/>
          <p:nvPr/>
        </p:nvSpPr>
        <p:spPr>
          <a:xfrm>
            <a:off x="-785432" y="6586037"/>
            <a:ext cx="5454566" cy="4435642"/>
          </a:xfrm>
          <a:custGeom>
            <a:avLst/>
            <a:gdLst/>
            <a:ahLst/>
            <a:cxnLst/>
            <a:rect l="l" t="t" r="r" b="b"/>
            <a:pathLst>
              <a:path w="5454566" h="4435642">
                <a:moveTo>
                  <a:pt x="0" y="0"/>
                </a:moveTo>
                <a:lnTo>
                  <a:pt x="5454566" y="0"/>
                </a:lnTo>
                <a:lnTo>
                  <a:pt x="5454566" y="4435642"/>
                </a:lnTo>
                <a:lnTo>
                  <a:pt x="0" y="44356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544805" y="-296377"/>
            <a:ext cx="3871963" cy="6882414"/>
          </a:xfrm>
          <a:custGeom>
            <a:avLst/>
            <a:gdLst/>
            <a:ahLst/>
            <a:cxnLst/>
            <a:rect l="l" t="t" r="r" b="b"/>
            <a:pathLst>
              <a:path w="3871963" h="6882414">
                <a:moveTo>
                  <a:pt x="0" y="0"/>
                </a:moveTo>
                <a:lnTo>
                  <a:pt x="3871963" y="0"/>
                </a:lnTo>
                <a:lnTo>
                  <a:pt x="3871963" y="6882414"/>
                </a:lnTo>
                <a:lnTo>
                  <a:pt x="0" y="68824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210212" y="-71021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513295" y="7892064"/>
            <a:ext cx="5492010" cy="4114800"/>
          </a:xfrm>
          <a:custGeom>
            <a:avLst/>
            <a:gdLst/>
            <a:ahLst/>
            <a:cxnLst/>
            <a:rect l="l" t="t" r="r" b="b"/>
            <a:pathLst>
              <a:path w="5492010" h="4114800">
                <a:moveTo>
                  <a:pt x="0" y="0"/>
                </a:moveTo>
                <a:lnTo>
                  <a:pt x="5492010" y="0"/>
                </a:lnTo>
                <a:lnTo>
                  <a:pt x="5492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6F3"/>
        </a:solidFill>
        <a:effectLst/>
      </p:bgPr>
    </p:bg>
    <p:spTree>
      <p:nvGrpSpPr>
        <p:cNvPr id="1" name=""/>
        <p:cNvGrpSpPr/>
        <p:nvPr/>
      </p:nvGrpSpPr>
      <p:grpSpPr>
        <a:xfrm>
          <a:off x="0" y="0"/>
          <a:ext cx="0" cy="0"/>
          <a:chOff x="0" y="0"/>
          <a:chExt cx="0" cy="0"/>
        </a:xfrm>
      </p:grpSpPr>
      <p:sp>
        <p:nvSpPr>
          <p:cNvPr id="2" name="TextBox 2"/>
          <p:cNvSpPr txBox="1"/>
          <p:nvPr/>
        </p:nvSpPr>
        <p:spPr>
          <a:xfrm>
            <a:off x="4515528" y="3061837"/>
            <a:ext cx="9256945" cy="4553852"/>
          </a:xfrm>
          <a:prstGeom prst="rect">
            <a:avLst/>
          </a:prstGeom>
        </p:spPr>
        <p:txBody>
          <a:bodyPr lIns="0" tIns="0" rIns="0" bIns="0" rtlCol="0" anchor="t">
            <a:spAutoFit/>
          </a:bodyPr>
          <a:lstStyle/>
          <a:p>
            <a:pPr algn="ctr">
              <a:lnSpc>
                <a:spcPts val="17426"/>
              </a:lnSpc>
            </a:pPr>
            <a:r>
              <a:rPr lang="en-US" sz="17965" b="1">
                <a:solidFill>
                  <a:srgbClr val="3D4043"/>
                </a:solidFill>
                <a:latin typeface="Alexandria Bold"/>
                <a:ea typeface="Alexandria Bold"/>
                <a:cs typeface="Alexandria Bold"/>
                <a:sym typeface="Alexandria Bold"/>
              </a:rPr>
              <a:t>Thank You</a:t>
            </a:r>
          </a:p>
        </p:txBody>
      </p:sp>
      <p:sp>
        <p:nvSpPr>
          <p:cNvPr id="3" name="Freeform 3"/>
          <p:cNvSpPr/>
          <p:nvPr/>
        </p:nvSpPr>
        <p:spPr>
          <a:xfrm>
            <a:off x="13332987" y="6172200"/>
            <a:ext cx="5859394" cy="4114800"/>
          </a:xfrm>
          <a:custGeom>
            <a:avLst/>
            <a:gdLst/>
            <a:ahLst/>
            <a:cxnLst/>
            <a:rect l="l" t="t" r="r" b="b"/>
            <a:pathLst>
              <a:path w="5859394" h="4114800">
                <a:moveTo>
                  <a:pt x="0" y="0"/>
                </a:moveTo>
                <a:lnTo>
                  <a:pt x="5859394" y="0"/>
                </a:lnTo>
                <a:lnTo>
                  <a:pt x="585939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225465" y="-776827"/>
            <a:ext cx="5383685" cy="5747084"/>
          </a:xfrm>
          <a:custGeom>
            <a:avLst/>
            <a:gdLst/>
            <a:ahLst/>
            <a:cxnLst/>
            <a:rect l="l" t="t" r="r" b="b"/>
            <a:pathLst>
              <a:path w="5383685" h="5747084">
                <a:moveTo>
                  <a:pt x="0" y="0"/>
                </a:moveTo>
                <a:lnTo>
                  <a:pt x="5383686" y="0"/>
                </a:lnTo>
                <a:lnTo>
                  <a:pt x="5383686" y="5747084"/>
                </a:lnTo>
                <a:lnTo>
                  <a:pt x="0" y="57470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375611" y="6594219"/>
            <a:ext cx="6586988" cy="6586988"/>
          </a:xfrm>
          <a:custGeom>
            <a:avLst/>
            <a:gdLst/>
            <a:ahLst/>
            <a:cxnLst/>
            <a:rect l="l" t="t" r="r" b="b"/>
            <a:pathLst>
              <a:path w="6586988" h="6586988">
                <a:moveTo>
                  <a:pt x="0" y="0"/>
                </a:moveTo>
                <a:lnTo>
                  <a:pt x="6586989" y="0"/>
                </a:lnTo>
                <a:lnTo>
                  <a:pt x="6586989" y="6586989"/>
                </a:lnTo>
                <a:lnTo>
                  <a:pt x="0" y="658698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385758" y="-1318248"/>
            <a:ext cx="5747084" cy="5747084"/>
          </a:xfrm>
          <a:custGeom>
            <a:avLst/>
            <a:gdLst/>
            <a:ahLst/>
            <a:cxnLst/>
            <a:rect l="l" t="t" r="r" b="b"/>
            <a:pathLst>
              <a:path w="5747084" h="5747084">
                <a:moveTo>
                  <a:pt x="0" y="0"/>
                </a:moveTo>
                <a:lnTo>
                  <a:pt x="5747084" y="0"/>
                </a:lnTo>
                <a:lnTo>
                  <a:pt x="5747084" y="5747084"/>
                </a:lnTo>
                <a:lnTo>
                  <a:pt x="0" y="57470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5486400" y="8531076"/>
            <a:ext cx="7315200" cy="2713274"/>
          </a:xfrm>
          <a:custGeom>
            <a:avLst/>
            <a:gdLst/>
            <a:ahLst/>
            <a:cxnLst/>
            <a:rect l="l" t="t" r="r" b="b"/>
            <a:pathLst>
              <a:path w="7315200" h="2713274">
                <a:moveTo>
                  <a:pt x="0" y="0"/>
                </a:moveTo>
                <a:lnTo>
                  <a:pt x="7315200" y="0"/>
                </a:lnTo>
                <a:lnTo>
                  <a:pt x="7315200" y="2713274"/>
                </a:lnTo>
                <a:lnTo>
                  <a:pt x="0" y="271327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TotalTime>
  <Words>244</Words>
  <Application>Microsoft Office PowerPoint</Application>
  <PresentationFormat>Custom</PresentationFormat>
  <Paragraphs>32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Anek Bangla</vt:lpstr>
      <vt:lpstr>Arial</vt:lpstr>
      <vt:lpstr>Alexandria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Yellow Grey Modern Tech Engineering Group Project Presentation</dc:title>
  <dc:creator>Owner</dc:creator>
  <cp:lastModifiedBy>Antonio Anzora Jr</cp:lastModifiedBy>
  <cp:revision>3</cp:revision>
  <dcterms:created xsi:type="dcterms:W3CDTF">2006-08-16T00:00:00Z</dcterms:created>
  <dcterms:modified xsi:type="dcterms:W3CDTF">2025-12-03T02:21:37Z</dcterms:modified>
  <dc:identifier>DAG4DEbQnrs</dc:identifier>
</cp:coreProperties>
</file>